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80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1B69BF-5823-49FB-AE09-17E45BBDAF6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BF761EF-8F6B-48C4-AF23-3753A33FF416}">
      <dgm:prSet phldrT="[Text]"/>
      <dgm:spPr/>
      <dgm:t>
        <a:bodyPr/>
        <a:lstStyle/>
        <a:p>
          <a:r>
            <a:rPr lang="en-GB" dirty="0"/>
            <a:t>Week 1</a:t>
          </a:r>
        </a:p>
      </dgm:t>
    </dgm:pt>
    <dgm:pt modelId="{8F8C157D-BB7E-4EEA-A7BB-6679DA84F55F}" type="parTrans" cxnId="{8D936672-BE8F-4C9E-82FD-CE65CD459DB2}">
      <dgm:prSet/>
      <dgm:spPr/>
      <dgm:t>
        <a:bodyPr/>
        <a:lstStyle/>
        <a:p>
          <a:endParaRPr lang="en-GB"/>
        </a:p>
      </dgm:t>
    </dgm:pt>
    <dgm:pt modelId="{6CF7390B-319C-4A29-9A6C-A408D89348DB}" type="sibTrans" cxnId="{8D936672-BE8F-4C9E-82FD-CE65CD459DB2}">
      <dgm:prSet/>
      <dgm:spPr/>
      <dgm:t>
        <a:bodyPr/>
        <a:lstStyle/>
        <a:p>
          <a:endParaRPr lang="en-GB"/>
        </a:p>
      </dgm:t>
    </dgm:pt>
    <dgm:pt modelId="{BED7876F-3710-4067-8EDF-4B56B4F26E32}">
      <dgm:prSet phldrT="[Text]"/>
      <dgm:spPr/>
      <dgm:t>
        <a:bodyPr/>
        <a:lstStyle/>
        <a:p>
          <a:r>
            <a:rPr lang="en-GB" dirty="0"/>
            <a:t>Week 2</a:t>
          </a:r>
        </a:p>
      </dgm:t>
    </dgm:pt>
    <dgm:pt modelId="{F2086895-9A80-4FAD-BC6B-2021572A5579}" type="parTrans" cxnId="{8EC5DB4A-924B-4A7B-8E9A-6EC8DAE98AF0}">
      <dgm:prSet/>
      <dgm:spPr/>
      <dgm:t>
        <a:bodyPr/>
        <a:lstStyle/>
        <a:p>
          <a:endParaRPr lang="en-GB"/>
        </a:p>
      </dgm:t>
    </dgm:pt>
    <dgm:pt modelId="{18BC2E9C-0B56-4AC3-8E9D-4A8734B0729A}" type="sibTrans" cxnId="{8EC5DB4A-924B-4A7B-8E9A-6EC8DAE98AF0}">
      <dgm:prSet/>
      <dgm:spPr/>
      <dgm:t>
        <a:bodyPr/>
        <a:lstStyle/>
        <a:p>
          <a:endParaRPr lang="en-GB"/>
        </a:p>
      </dgm:t>
    </dgm:pt>
    <dgm:pt modelId="{2116BA7E-DE30-4967-9BAC-23CB4DFB191B}">
      <dgm:prSet phldrT="[Text]"/>
      <dgm:spPr/>
      <dgm:t>
        <a:bodyPr/>
        <a:lstStyle/>
        <a:p>
          <a:r>
            <a:rPr lang="en-GB" dirty="0"/>
            <a:t>Week 3</a:t>
          </a:r>
        </a:p>
      </dgm:t>
    </dgm:pt>
    <dgm:pt modelId="{045931FE-304A-4A33-820E-DC40AFB7B73D}" type="parTrans" cxnId="{63E406D2-63AA-4241-A55F-7F4812E6AEAB}">
      <dgm:prSet/>
      <dgm:spPr/>
      <dgm:t>
        <a:bodyPr/>
        <a:lstStyle/>
        <a:p>
          <a:endParaRPr lang="en-GB"/>
        </a:p>
      </dgm:t>
    </dgm:pt>
    <dgm:pt modelId="{5AFD7EF6-D810-4E15-B7A9-94315AF83137}" type="sibTrans" cxnId="{63E406D2-63AA-4241-A55F-7F4812E6AEAB}">
      <dgm:prSet/>
      <dgm:spPr/>
      <dgm:t>
        <a:bodyPr/>
        <a:lstStyle/>
        <a:p>
          <a:endParaRPr lang="en-GB"/>
        </a:p>
      </dgm:t>
    </dgm:pt>
    <dgm:pt modelId="{0DA22DDC-0923-4F6D-912E-B64DAFC954DC}">
      <dgm:prSet phldrT="[Text]"/>
      <dgm:spPr/>
      <dgm:t>
        <a:bodyPr/>
        <a:lstStyle/>
        <a:p>
          <a:r>
            <a:rPr lang="en-GB" dirty="0"/>
            <a:t>Week 4</a:t>
          </a:r>
        </a:p>
      </dgm:t>
    </dgm:pt>
    <dgm:pt modelId="{B3C8C62D-999A-481C-9F92-36AF55D6EEAE}" type="parTrans" cxnId="{6148FE01-294F-4AD7-BBD4-4BD0430CF3DF}">
      <dgm:prSet/>
      <dgm:spPr/>
      <dgm:t>
        <a:bodyPr/>
        <a:lstStyle/>
        <a:p>
          <a:endParaRPr lang="en-GB"/>
        </a:p>
      </dgm:t>
    </dgm:pt>
    <dgm:pt modelId="{49739289-97B4-470F-B024-D7C338E4EBF4}" type="sibTrans" cxnId="{6148FE01-294F-4AD7-BBD4-4BD0430CF3DF}">
      <dgm:prSet/>
      <dgm:spPr/>
      <dgm:t>
        <a:bodyPr/>
        <a:lstStyle/>
        <a:p>
          <a:endParaRPr lang="en-GB"/>
        </a:p>
      </dgm:t>
    </dgm:pt>
    <dgm:pt modelId="{AD567827-23B6-48B8-B105-8C6DA7696DE3}">
      <dgm:prSet phldrT="[Text]"/>
      <dgm:spPr/>
      <dgm:t>
        <a:bodyPr/>
        <a:lstStyle/>
        <a:p>
          <a:r>
            <a:rPr lang="en-GB"/>
            <a:t>Week 5</a:t>
          </a:r>
          <a:endParaRPr lang="en-GB" dirty="0"/>
        </a:p>
      </dgm:t>
    </dgm:pt>
    <dgm:pt modelId="{E45E3588-5224-4C2E-8A17-14E6B6C4D440}" type="parTrans" cxnId="{D06203A2-4BB4-4403-8361-375637E38EFE}">
      <dgm:prSet/>
      <dgm:spPr/>
      <dgm:t>
        <a:bodyPr/>
        <a:lstStyle/>
        <a:p>
          <a:endParaRPr lang="en-GB"/>
        </a:p>
      </dgm:t>
    </dgm:pt>
    <dgm:pt modelId="{12765CCE-B72F-4F61-855F-FD34EF47B318}" type="sibTrans" cxnId="{D06203A2-4BB4-4403-8361-375637E38EFE}">
      <dgm:prSet/>
      <dgm:spPr/>
      <dgm:t>
        <a:bodyPr/>
        <a:lstStyle/>
        <a:p>
          <a:endParaRPr lang="en-GB"/>
        </a:p>
      </dgm:t>
    </dgm:pt>
    <dgm:pt modelId="{335AB889-E2AA-45E9-BE9C-62936A0A0245}" type="pres">
      <dgm:prSet presAssocID="{3D1B69BF-5823-49FB-AE09-17E45BBDAF67}" presName="Name0" presStyleCnt="0">
        <dgm:presLayoutVars>
          <dgm:dir/>
          <dgm:resizeHandles val="exact"/>
        </dgm:presLayoutVars>
      </dgm:prSet>
      <dgm:spPr/>
    </dgm:pt>
    <dgm:pt modelId="{B2D2FE86-20A9-4399-A0C6-BB70F13FEC0C}" type="pres">
      <dgm:prSet presAssocID="{DBF761EF-8F6B-48C4-AF23-3753A33FF416}" presName="node" presStyleLbl="node1" presStyleIdx="0" presStyleCnt="5">
        <dgm:presLayoutVars>
          <dgm:bulletEnabled val="1"/>
        </dgm:presLayoutVars>
      </dgm:prSet>
      <dgm:spPr/>
    </dgm:pt>
    <dgm:pt modelId="{639762A3-52BE-4A1F-ADD0-D2E7D3688B08}" type="pres">
      <dgm:prSet presAssocID="{6CF7390B-319C-4A29-9A6C-A408D89348DB}" presName="sibTrans" presStyleLbl="sibTrans2D1" presStyleIdx="0" presStyleCnt="4"/>
      <dgm:spPr/>
    </dgm:pt>
    <dgm:pt modelId="{BF808A88-64B5-4B7F-80B5-E169E6EE2E4D}" type="pres">
      <dgm:prSet presAssocID="{6CF7390B-319C-4A29-9A6C-A408D89348DB}" presName="connectorText" presStyleLbl="sibTrans2D1" presStyleIdx="0" presStyleCnt="4"/>
      <dgm:spPr/>
    </dgm:pt>
    <dgm:pt modelId="{803569EB-FD1F-43F6-9D6C-217DF9597847}" type="pres">
      <dgm:prSet presAssocID="{BED7876F-3710-4067-8EDF-4B56B4F26E32}" presName="node" presStyleLbl="node1" presStyleIdx="1" presStyleCnt="5">
        <dgm:presLayoutVars>
          <dgm:bulletEnabled val="1"/>
        </dgm:presLayoutVars>
      </dgm:prSet>
      <dgm:spPr/>
    </dgm:pt>
    <dgm:pt modelId="{65183A2C-0C12-4390-BE87-82F17A242343}" type="pres">
      <dgm:prSet presAssocID="{18BC2E9C-0B56-4AC3-8E9D-4A8734B0729A}" presName="sibTrans" presStyleLbl="sibTrans2D1" presStyleIdx="1" presStyleCnt="4"/>
      <dgm:spPr/>
    </dgm:pt>
    <dgm:pt modelId="{0FA89876-2B9B-44D4-95E4-B3EB65ACCA1D}" type="pres">
      <dgm:prSet presAssocID="{18BC2E9C-0B56-4AC3-8E9D-4A8734B0729A}" presName="connectorText" presStyleLbl="sibTrans2D1" presStyleIdx="1" presStyleCnt="4"/>
      <dgm:spPr/>
    </dgm:pt>
    <dgm:pt modelId="{8916E79E-8631-447D-BC3B-2D3A2828AC03}" type="pres">
      <dgm:prSet presAssocID="{2116BA7E-DE30-4967-9BAC-23CB4DFB191B}" presName="node" presStyleLbl="node1" presStyleIdx="2" presStyleCnt="5">
        <dgm:presLayoutVars>
          <dgm:bulletEnabled val="1"/>
        </dgm:presLayoutVars>
      </dgm:prSet>
      <dgm:spPr/>
    </dgm:pt>
    <dgm:pt modelId="{651784F5-75A9-4599-84AC-CA79AFB17ECC}" type="pres">
      <dgm:prSet presAssocID="{5AFD7EF6-D810-4E15-B7A9-94315AF83137}" presName="sibTrans" presStyleLbl="sibTrans2D1" presStyleIdx="2" presStyleCnt="4"/>
      <dgm:spPr/>
    </dgm:pt>
    <dgm:pt modelId="{7E3360C3-0E82-4675-9494-4EFF2B20DD67}" type="pres">
      <dgm:prSet presAssocID="{5AFD7EF6-D810-4E15-B7A9-94315AF83137}" presName="connectorText" presStyleLbl="sibTrans2D1" presStyleIdx="2" presStyleCnt="4"/>
      <dgm:spPr/>
    </dgm:pt>
    <dgm:pt modelId="{DC01FF35-7E58-439F-BA09-4F2E72DDC4D6}" type="pres">
      <dgm:prSet presAssocID="{0DA22DDC-0923-4F6D-912E-B64DAFC954DC}" presName="node" presStyleLbl="node1" presStyleIdx="3" presStyleCnt="5">
        <dgm:presLayoutVars>
          <dgm:bulletEnabled val="1"/>
        </dgm:presLayoutVars>
      </dgm:prSet>
      <dgm:spPr/>
    </dgm:pt>
    <dgm:pt modelId="{2641EC60-8BDF-4E11-A73E-E0A3C0C61F94}" type="pres">
      <dgm:prSet presAssocID="{49739289-97B4-470F-B024-D7C338E4EBF4}" presName="sibTrans" presStyleLbl="sibTrans2D1" presStyleIdx="3" presStyleCnt="4"/>
      <dgm:spPr/>
    </dgm:pt>
    <dgm:pt modelId="{3E5819A9-E3FA-42C1-9660-1E3D640ED579}" type="pres">
      <dgm:prSet presAssocID="{49739289-97B4-470F-B024-D7C338E4EBF4}" presName="connectorText" presStyleLbl="sibTrans2D1" presStyleIdx="3" presStyleCnt="4"/>
      <dgm:spPr/>
    </dgm:pt>
    <dgm:pt modelId="{947ACD33-9D86-49B2-BD69-0457F733B4B1}" type="pres">
      <dgm:prSet presAssocID="{AD567827-23B6-48B8-B105-8C6DA7696DE3}" presName="node" presStyleLbl="node1" presStyleIdx="4" presStyleCnt="5">
        <dgm:presLayoutVars>
          <dgm:bulletEnabled val="1"/>
        </dgm:presLayoutVars>
      </dgm:prSet>
      <dgm:spPr/>
    </dgm:pt>
  </dgm:ptLst>
  <dgm:cxnLst>
    <dgm:cxn modelId="{6148FE01-294F-4AD7-BBD4-4BD0430CF3DF}" srcId="{3D1B69BF-5823-49FB-AE09-17E45BBDAF67}" destId="{0DA22DDC-0923-4F6D-912E-B64DAFC954DC}" srcOrd="3" destOrd="0" parTransId="{B3C8C62D-999A-481C-9F92-36AF55D6EEAE}" sibTransId="{49739289-97B4-470F-B024-D7C338E4EBF4}"/>
    <dgm:cxn modelId="{F13DC722-C4E0-4AB4-BA94-A89566B84968}" type="presOf" srcId="{49739289-97B4-470F-B024-D7C338E4EBF4}" destId="{2641EC60-8BDF-4E11-A73E-E0A3C0C61F94}" srcOrd="0" destOrd="0" presId="urn:microsoft.com/office/officeart/2005/8/layout/process1"/>
    <dgm:cxn modelId="{51869141-68A7-41F4-802E-EF5CBEB355E4}" type="presOf" srcId="{18BC2E9C-0B56-4AC3-8E9D-4A8734B0729A}" destId="{0FA89876-2B9B-44D4-95E4-B3EB65ACCA1D}" srcOrd="1" destOrd="0" presId="urn:microsoft.com/office/officeart/2005/8/layout/process1"/>
    <dgm:cxn modelId="{8EC5DB4A-924B-4A7B-8E9A-6EC8DAE98AF0}" srcId="{3D1B69BF-5823-49FB-AE09-17E45BBDAF67}" destId="{BED7876F-3710-4067-8EDF-4B56B4F26E32}" srcOrd="1" destOrd="0" parTransId="{F2086895-9A80-4FAD-BC6B-2021572A5579}" sibTransId="{18BC2E9C-0B56-4AC3-8E9D-4A8734B0729A}"/>
    <dgm:cxn modelId="{94BEB66B-504D-4BC4-8739-69FABB564625}" type="presOf" srcId="{BED7876F-3710-4067-8EDF-4B56B4F26E32}" destId="{803569EB-FD1F-43F6-9D6C-217DF9597847}" srcOrd="0" destOrd="0" presId="urn:microsoft.com/office/officeart/2005/8/layout/process1"/>
    <dgm:cxn modelId="{8D936672-BE8F-4C9E-82FD-CE65CD459DB2}" srcId="{3D1B69BF-5823-49FB-AE09-17E45BBDAF67}" destId="{DBF761EF-8F6B-48C4-AF23-3753A33FF416}" srcOrd="0" destOrd="0" parTransId="{8F8C157D-BB7E-4EEA-A7BB-6679DA84F55F}" sibTransId="{6CF7390B-319C-4A29-9A6C-A408D89348DB}"/>
    <dgm:cxn modelId="{FA1A9873-4E24-45E6-8B3D-18FB123F2D4E}" type="presOf" srcId="{5AFD7EF6-D810-4E15-B7A9-94315AF83137}" destId="{651784F5-75A9-4599-84AC-CA79AFB17ECC}" srcOrd="0" destOrd="0" presId="urn:microsoft.com/office/officeart/2005/8/layout/process1"/>
    <dgm:cxn modelId="{370FF782-FACB-4907-96A3-9384B526FE06}" type="presOf" srcId="{49739289-97B4-470F-B024-D7C338E4EBF4}" destId="{3E5819A9-E3FA-42C1-9660-1E3D640ED579}" srcOrd="1" destOrd="0" presId="urn:microsoft.com/office/officeart/2005/8/layout/process1"/>
    <dgm:cxn modelId="{A79AE488-3B0B-4497-962B-1DD497D08AAF}" type="presOf" srcId="{0DA22DDC-0923-4F6D-912E-B64DAFC954DC}" destId="{DC01FF35-7E58-439F-BA09-4F2E72DDC4D6}" srcOrd="0" destOrd="0" presId="urn:microsoft.com/office/officeart/2005/8/layout/process1"/>
    <dgm:cxn modelId="{82336993-1DC5-4C08-9F98-4FEB5C1E7EFF}" type="presOf" srcId="{6CF7390B-319C-4A29-9A6C-A408D89348DB}" destId="{BF808A88-64B5-4B7F-80B5-E169E6EE2E4D}" srcOrd="1" destOrd="0" presId="urn:microsoft.com/office/officeart/2005/8/layout/process1"/>
    <dgm:cxn modelId="{0C125D9D-9122-46B6-8942-0DE6A0930617}" type="presOf" srcId="{3D1B69BF-5823-49FB-AE09-17E45BBDAF67}" destId="{335AB889-E2AA-45E9-BE9C-62936A0A0245}" srcOrd="0" destOrd="0" presId="urn:microsoft.com/office/officeart/2005/8/layout/process1"/>
    <dgm:cxn modelId="{D06203A2-4BB4-4403-8361-375637E38EFE}" srcId="{3D1B69BF-5823-49FB-AE09-17E45BBDAF67}" destId="{AD567827-23B6-48B8-B105-8C6DA7696DE3}" srcOrd="4" destOrd="0" parTransId="{E45E3588-5224-4C2E-8A17-14E6B6C4D440}" sibTransId="{12765CCE-B72F-4F61-855F-FD34EF47B318}"/>
    <dgm:cxn modelId="{70281BC9-635D-41D4-BB24-863FC43AD25C}" type="presOf" srcId="{AD567827-23B6-48B8-B105-8C6DA7696DE3}" destId="{947ACD33-9D86-49B2-BD69-0457F733B4B1}" srcOrd="0" destOrd="0" presId="urn:microsoft.com/office/officeart/2005/8/layout/process1"/>
    <dgm:cxn modelId="{B61FC1CB-869D-474B-B38F-7F16E64DF6B0}" type="presOf" srcId="{5AFD7EF6-D810-4E15-B7A9-94315AF83137}" destId="{7E3360C3-0E82-4675-9494-4EFF2B20DD67}" srcOrd="1" destOrd="0" presId="urn:microsoft.com/office/officeart/2005/8/layout/process1"/>
    <dgm:cxn modelId="{E8CBD3D1-F773-4EBA-9640-6D31594AA6CB}" type="presOf" srcId="{2116BA7E-DE30-4967-9BAC-23CB4DFB191B}" destId="{8916E79E-8631-447D-BC3B-2D3A2828AC03}" srcOrd="0" destOrd="0" presId="urn:microsoft.com/office/officeart/2005/8/layout/process1"/>
    <dgm:cxn modelId="{63E406D2-63AA-4241-A55F-7F4812E6AEAB}" srcId="{3D1B69BF-5823-49FB-AE09-17E45BBDAF67}" destId="{2116BA7E-DE30-4967-9BAC-23CB4DFB191B}" srcOrd="2" destOrd="0" parTransId="{045931FE-304A-4A33-820E-DC40AFB7B73D}" sibTransId="{5AFD7EF6-D810-4E15-B7A9-94315AF83137}"/>
    <dgm:cxn modelId="{933066D7-5C7D-4BFC-AC6F-51D167DA8506}" type="presOf" srcId="{18BC2E9C-0B56-4AC3-8E9D-4A8734B0729A}" destId="{65183A2C-0C12-4390-BE87-82F17A242343}" srcOrd="0" destOrd="0" presId="urn:microsoft.com/office/officeart/2005/8/layout/process1"/>
    <dgm:cxn modelId="{C4C695DC-6B8E-4123-8FBF-52C71DCDEF5B}" type="presOf" srcId="{DBF761EF-8F6B-48C4-AF23-3753A33FF416}" destId="{B2D2FE86-20A9-4399-A0C6-BB70F13FEC0C}" srcOrd="0" destOrd="0" presId="urn:microsoft.com/office/officeart/2005/8/layout/process1"/>
    <dgm:cxn modelId="{5705D2EE-59A4-4FF4-A61D-C5DE7C52E6EB}" type="presOf" srcId="{6CF7390B-319C-4A29-9A6C-A408D89348DB}" destId="{639762A3-52BE-4A1F-ADD0-D2E7D3688B08}" srcOrd="0" destOrd="0" presId="urn:microsoft.com/office/officeart/2005/8/layout/process1"/>
    <dgm:cxn modelId="{EBDC65A1-7A3B-4BEF-80F6-131665C00E5C}" type="presParOf" srcId="{335AB889-E2AA-45E9-BE9C-62936A0A0245}" destId="{B2D2FE86-20A9-4399-A0C6-BB70F13FEC0C}" srcOrd="0" destOrd="0" presId="urn:microsoft.com/office/officeart/2005/8/layout/process1"/>
    <dgm:cxn modelId="{58C7494E-1C89-444A-9555-751D8E0387B7}" type="presParOf" srcId="{335AB889-E2AA-45E9-BE9C-62936A0A0245}" destId="{639762A3-52BE-4A1F-ADD0-D2E7D3688B08}" srcOrd="1" destOrd="0" presId="urn:microsoft.com/office/officeart/2005/8/layout/process1"/>
    <dgm:cxn modelId="{9B4A9FD7-BFC9-4EA2-8D38-468F83C28B2F}" type="presParOf" srcId="{639762A3-52BE-4A1F-ADD0-D2E7D3688B08}" destId="{BF808A88-64B5-4B7F-80B5-E169E6EE2E4D}" srcOrd="0" destOrd="0" presId="urn:microsoft.com/office/officeart/2005/8/layout/process1"/>
    <dgm:cxn modelId="{8D12B57F-5AC4-41E4-8D02-1933DEBF2C1A}" type="presParOf" srcId="{335AB889-E2AA-45E9-BE9C-62936A0A0245}" destId="{803569EB-FD1F-43F6-9D6C-217DF9597847}" srcOrd="2" destOrd="0" presId="urn:microsoft.com/office/officeart/2005/8/layout/process1"/>
    <dgm:cxn modelId="{6B0110A5-2466-4736-A861-EE314DCFF6E8}" type="presParOf" srcId="{335AB889-E2AA-45E9-BE9C-62936A0A0245}" destId="{65183A2C-0C12-4390-BE87-82F17A242343}" srcOrd="3" destOrd="0" presId="urn:microsoft.com/office/officeart/2005/8/layout/process1"/>
    <dgm:cxn modelId="{A8669896-F68E-4F9A-BB7B-1233B389A905}" type="presParOf" srcId="{65183A2C-0C12-4390-BE87-82F17A242343}" destId="{0FA89876-2B9B-44D4-95E4-B3EB65ACCA1D}" srcOrd="0" destOrd="0" presId="urn:microsoft.com/office/officeart/2005/8/layout/process1"/>
    <dgm:cxn modelId="{9AC7BF65-BB63-41BA-A4F3-25573BD3356F}" type="presParOf" srcId="{335AB889-E2AA-45E9-BE9C-62936A0A0245}" destId="{8916E79E-8631-447D-BC3B-2D3A2828AC03}" srcOrd="4" destOrd="0" presId="urn:microsoft.com/office/officeart/2005/8/layout/process1"/>
    <dgm:cxn modelId="{E6AC9B92-3873-4796-86FE-EC4FE3152CED}" type="presParOf" srcId="{335AB889-E2AA-45E9-BE9C-62936A0A0245}" destId="{651784F5-75A9-4599-84AC-CA79AFB17ECC}" srcOrd="5" destOrd="0" presId="urn:microsoft.com/office/officeart/2005/8/layout/process1"/>
    <dgm:cxn modelId="{202BC024-05C1-48AD-9290-8334721F78C5}" type="presParOf" srcId="{651784F5-75A9-4599-84AC-CA79AFB17ECC}" destId="{7E3360C3-0E82-4675-9494-4EFF2B20DD67}" srcOrd="0" destOrd="0" presId="urn:microsoft.com/office/officeart/2005/8/layout/process1"/>
    <dgm:cxn modelId="{795D0002-4CA7-4461-98C0-B9A974ACAB4D}" type="presParOf" srcId="{335AB889-E2AA-45E9-BE9C-62936A0A0245}" destId="{DC01FF35-7E58-439F-BA09-4F2E72DDC4D6}" srcOrd="6" destOrd="0" presId="urn:microsoft.com/office/officeart/2005/8/layout/process1"/>
    <dgm:cxn modelId="{9B153E0A-FA2B-4010-BA7A-4844056B2545}" type="presParOf" srcId="{335AB889-E2AA-45E9-BE9C-62936A0A0245}" destId="{2641EC60-8BDF-4E11-A73E-E0A3C0C61F94}" srcOrd="7" destOrd="0" presId="urn:microsoft.com/office/officeart/2005/8/layout/process1"/>
    <dgm:cxn modelId="{65469320-E0D3-42DB-A023-73DC0CDE52E7}" type="presParOf" srcId="{2641EC60-8BDF-4E11-A73E-E0A3C0C61F94}" destId="{3E5819A9-E3FA-42C1-9660-1E3D640ED579}" srcOrd="0" destOrd="0" presId="urn:microsoft.com/office/officeart/2005/8/layout/process1"/>
    <dgm:cxn modelId="{3E264854-6BA5-4025-A507-F593B85E49AB}" type="presParOf" srcId="{335AB889-E2AA-45E9-BE9C-62936A0A0245}" destId="{947ACD33-9D86-49B2-BD69-0457F733B4B1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D2FE86-20A9-4399-A0C6-BB70F13FEC0C}">
      <dsp:nvSpPr>
        <dsp:cNvPr id="0" name=""/>
        <dsp:cNvSpPr/>
      </dsp:nvSpPr>
      <dsp:spPr>
        <a:xfrm>
          <a:off x="3968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Week 1</a:t>
          </a:r>
        </a:p>
      </dsp:txBody>
      <dsp:txXfrm>
        <a:off x="25589" y="2361860"/>
        <a:ext cx="1187070" cy="694945"/>
      </dsp:txXfrm>
    </dsp:sp>
    <dsp:sp modelId="{639762A3-52BE-4A1F-ADD0-D2E7D3688B08}">
      <dsp:nvSpPr>
        <dsp:cNvPr id="0" name=""/>
        <dsp:cNvSpPr/>
      </dsp:nvSpPr>
      <dsp:spPr>
        <a:xfrm>
          <a:off x="1357312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1357312" y="2617797"/>
        <a:ext cx="182578" cy="183071"/>
      </dsp:txXfrm>
    </dsp:sp>
    <dsp:sp modelId="{803569EB-FD1F-43F6-9D6C-217DF9597847}">
      <dsp:nvSpPr>
        <dsp:cNvPr id="0" name=""/>
        <dsp:cNvSpPr/>
      </dsp:nvSpPr>
      <dsp:spPr>
        <a:xfrm>
          <a:off x="1726406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Week 2</a:t>
          </a:r>
        </a:p>
      </dsp:txBody>
      <dsp:txXfrm>
        <a:off x="1748027" y="2361860"/>
        <a:ext cx="1187070" cy="694945"/>
      </dsp:txXfrm>
    </dsp:sp>
    <dsp:sp modelId="{65183A2C-0C12-4390-BE87-82F17A242343}">
      <dsp:nvSpPr>
        <dsp:cNvPr id="0" name=""/>
        <dsp:cNvSpPr/>
      </dsp:nvSpPr>
      <dsp:spPr>
        <a:xfrm>
          <a:off x="3079750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3079750" y="2617797"/>
        <a:ext cx="182578" cy="183071"/>
      </dsp:txXfrm>
    </dsp:sp>
    <dsp:sp modelId="{8916E79E-8631-447D-BC3B-2D3A2828AC03}">
      <dsp:nvSpPr>
        <dsp:cNvPr id="0" name=""/>
        <dsp:cNvSpPr/>
      </dsp:nvSpPr>
      <dsp:spPr>
        <a:xfrm>
          <a:off x="3448843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Week 3</a:t>
          </a:r>
        </a:p>
      </dsp:txBody>
      <dsp:txXfrm>
        <a:off x="3470464" y="2361860"/>
        <a:ext cx="1187070" cy="694945"/>
      </dsp:txXfrm>
    </dsp:sp>
    <dsp:sp modelId="{651784F5-75A9-4599-84AC-CA79AFB17ECC}">
      <dsp:nvSpPr>
        <dsp:cNvPr id="0" name=""/>
        <dsp:cNvSpPr/>
      </dsp:nvSpPr>
      <dsp:spPr>
        <a:xfrm>
          <a:off x="4802187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4802187" y="2617797"/>
        <a:ext cx="182578" cy="183071"/>
      </dsp:txXfrm>
    </dsp:sp>
    <dsp:sp modelId="{DC01FF35-7E58-439F-BA09-4F2E72DDC4D6}">
      <dsp:nvSpPr>
        <dsp:cNvPr id="0" name=""/>
        <dsp:cNvSpPr/>
      </dsp:nvSpPr>
      <dsp:spPr>
        <a:xfrm>
          <a:off x="5171281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Week 4</a:t>
          </a:r>
        </a:p>
      </dsp:txBody>
      <dsp:txXfrm>
        <a:off x="5192902" y="2361860"/>
        <a:ext cx="1187070" cy="694945"/>
      </dsp:txXfrm>
    </dsp:sp>
    <dsp:sp modelId="{2641EC60-8BDF-4E11-A73E-E0A3C0C61F94}">
      <dsp:nvSpPr>
        <dsp:cNvPr id="0" name=""/>
        <dsp:cNvSpPr/>
      </dsp:nvSpPr>
      <dsp:spPr>
        <a:xfrm>
          <a:off x="6524624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6524624" y="2617797"/>
        <a:ext cx="182578" cy="183071"/>
      </dsp:txXfrm>
    </dsp:sp>
    <dsp:sp modelId="{947ACD33-9D86-49B2-BD69-0457F733B4B1}">
      <dsp:nvSpPr>
        <dsp:cNvPr id="0" name=""/>
        <dsp:cNvSpPr/>
      </dsp:nvSpPr>
      <dsp:spPr>
        <a:xfrm>
          <a:off x="6893718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Week 5</a:t>
          </a:r>
          <a:endParaRPr lang="en-GB" sz="2500" kern="1200" dirty="0"/>
        </a:p>
      </dsp:txBody>
      <dsp:txXfrm>
        <a:off x="6915339" y="2361860"/>
        <a:ext cx="1187070" cy="694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7.2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8720.83594"/>
      <inkml:brushProperty name="anchorY" value="-78776.28125"/>
      <inkml:brushProperty name="scaleFactor" value="0.5"/>
    </inkml:brush>
  </inkml:definitions>
  <inkml:trace contextRef="#ctx0" brushRef="#br0">588 1 24575,'0'0'0,"-73"0"0,-34 0 0,9 0 0,10 0 0,16 0 0,18 0 0,16 0 0,12 0 0,9 0 0,7 0 0,5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7.82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7432.01563"/>
      <inkml:brushProperty name="anchorY" value="-78268.28125"/>
      <inkml:brushProperty name="scaleFactor" value="0.5"/>
    </inkml:brush>
  </inkml:definitions>
  <inkml:trace contextRef="#ctx0" brushRef="#br0">11 1 24575,'0'0'0,"-11"0"0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8.046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6910.00781"/>
      <inkml:brushProperty name="anchorY" value="-77760.28125"/>
      <inkml:brushProperty name="scaleFactor" value="0.5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8.2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7418.00781"/>
      <inkml:brushProperty name="anchorY" value="-78268.28125"/>
      <inkml:brushProperty name="scaleFactor" value="0.5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8.41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7926.00781"/>
      <inkml:brushProperty name="anchorY" value="-78776.28125"/>
      <inkml:brushProperty name="scaleFactor" value="0.5"/>
    </inkml:brush>
  </inkml:definitions>
  <inkml:trace contextRef="#ctx0" brushRef="#br0">0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8.53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8434.00781"/>
      <inkml:brushProperty name="anchorY" value="-79284.28125"/>
      <inkml:brushProperty name="scaleFactor" value="0.5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8.76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8942.00781"/>
      <inkml:brushProperty name="anchorY" value="-79792.28125"/>
      <inkml:brushProperty name="scaleFactor" value="0.5"/>
    </inkml:brush>
  </inkml:definitions>
  <inkml:trace contextRef="#ctx0" brushRef="#br0">0 0 24575,'0'0'0,"11"0"0,4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9.062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9484.25781"/>
      <inkml:brushProperty name="anchorY" value="-80300.28125"/>
      <inkml:brushProperty name="scaleFactor" value="0.5"/>
    </inkml:brush>
  </inkml:definitions>
  <inkml:trace contextRef="#ctx0" brushRef="#br0">0 1 24575,'0'0'0,"21"0"0,9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9.5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0059.97656"/>
      <inkml:brushProperty name="anchorY" value="-80808.28125"/>
      <inkml:brushProperty name="scaleFactor" value="0.5"/>
    </inkml:brush>
  </inkml:definitions>
  <inkml:trace contextRef="#ctx0" brushRef="#br0">0 1 24575,'0'0'0,"11"0"0,4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6:59.6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0601.44531"/>
      <inkml:brushProperty name="anchorY" value="-81316.28125"/>
      <inkml:brushProperty name="scaleFactor" value="0.5"/>
    </inkml:brush>
  </inkml:definitions>
  <inkml:trace contextRef="#ctx0" brushRef="#br0">1 0 24575,'0'0'0,"4"0"0,2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00.02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1122.67969"/>
      <inkml:brushProperty name="anchorY" value="-81824.28125"/>
      <inkml:brushProperty name="scaleFactor" value="0.5"/>
    </inkml:brush>
  </inkml:definitions>
  <inkml:trace contextRef="#ctx0" brushRef="#br0">21 0 24575,'0'0'0,"-8"0"0,-4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00.5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0587.4375"/>
      <inkml:brushProperty name="anchorY" value="-81316.28125"/>
      <inkml:brushProperty name="scaleFactor" value="0.5"/>
    </inkml:brush>
  </inkml:definitions>
  <inkml:trace contextRef="#ctx0" brushRef="#br0">653 1 24575,'0'0'0,"-80"0"0,-37 0 0,6 0 0,9 0-1147,18 0 1162,21 0-89,18 0 505,18 0-567,11 0 446,8 0 397,11 0-919,6 0 318,16 0-106,17 0 0,24 0 0,21 0 0,17 0 0,18 0-1147,8 0 1382,8 0-372,7 0 123,0 0-1132,-4 0 819,-1 0 350,-6 0-116,-11 0 93,-13 0-1101,-13 0 1415,-23 0-471,-24 0 157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01.8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2732.02344"/>
      <inkml:brushProperty name="anchorY" value="-81824.28125"/>
      <inkml:brushProperty name="scaleFactor" value="0.5"/>
    </inkml:brush>
  </inkml:definitions>
  <inkml:trace contextRef="#ctx0" brushRef="#br0">0 1 24575,'0'0'0,"71"0"0,32 0 0,-5 0 0,-9 0 0,-14 0 0,-12 0 0,-11 0 0,-16 0 0,-12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04.3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4051.75"/>
      <inkml:brushProperty name="anchorY" value="-82332.28125"/>
      <inkml:brushProperty name="scaleFactor" value="0.5"/>
    </inkml:brush>
  </inkml:definitions>
  <inkml:trace contextRef="#ctx0" brushRef="#br0">12 1 24575,'0'0'0,"73"0"0,36 0 0,-8 0 0,-10 0 0,-17 0 0,-19 0 0,-16 0 0,-15 0 0,-11 0 0,-9 0 0,-4 0 0,-2 0 0,-9 0 0,-12 0 0,-18 0 0,-19 0 0,-10 0 0,-8 0 0,2 0 0,7 0 0,11 0 0,14 0 0,13 0 0,13 0 0,8 0 0,7 0 0,3 0 0,2 0 0,1 0 0,4 0 0,8 0 0,4 0 0,2 0 0,-1 0 0,-1 0 0,-5 0 0,-4 0 0,-4 0 0,-2 0 0,-3 0 0,-1 0 0,-1 0 0,0 0 0,1 0 0,-1 0 0,3 0 0,1 0 0,-1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09.92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4737.17969"/>
      <inkml:brushProperty name="anchorY" value="-82840.28125"/>
      <inkml:brushProperty name="scaleFactor" value="0.5"/>
    </inkml:brush>
  </inkml:definitions>
  <inkml:trace contextRef="#ctx0" brushRef="#br0">0 1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0.0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5245.17969"/>
      <inkml:brushProperty name="anchorY" value="-83348.28125"/>
      <inkml:brushProperty name="scaleFactor" value="0.5"/>
    </inkml:brush>
  </inkml:definitions>
  <inkml:trace contextRef="#ctx0" brushRef="#br0">0 0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0.54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5753.17969"/>
      <inkml:brushProperty name="anchorY" value="-83856.28125"/>
      <inkml:brushProperty name="scaleFactor" value="0.5"/>
    </inkml:brush>
  </inkml:definitions>
  <inkml:trace contextRef="#ctx0" brushRef="#br0">1 1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0.76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6261.17969"/>
      <inkml:brushProperty name="anchorY" value="-84364.28125"/>
      <inkml:brushProperty name="scaleFactor" value="0.5"/>
    </inkml:brush>
  </inkml:definitions>
  <inkml:trace contextRef="#ctx0" brushRef="#br0">0 0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1.0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6769.17969"/>
      <inkml:brushProperty name="anchorY" value="-84872.28125"/>
      <inkml:brushProperty name="scaleFactor" value="0.5"/>
    </inkml:brush>
  </inkml:definitions>
  <inkml:trace contextRef="#ctx0" brushRef="#br0">0 0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1.5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7277.17969"/>
      <inkml:brushProperty name="anchorY" value="-85380.28125"/>
      <inkml:brushProperty name="scaleFactor" value="0.5"/>
    </inkml:brush>
  </inkml:definitions>
  <inkml:trace contextRef="#ctx0" brushRef="#br0">0 1 24575,'0'0'0,"43"0"0,17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2.268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7921.39844"/>
      <inkml:brushProperty name="anchorY" value="-85888.28125"/>
      <inkml:brushProperty name="scaleFactor" value="0.5"/>
    </inkml:brush>
  </inkml:definitions>
  <inkml:trace contextRef="#ctx0" brushRef="#br0">1 1 24575,'0'0'0,"13"0"0,5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2.3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8470.65625"/>
      <inkml:brushProperty name="anchorY" value="-86396.28125"/>
      <inkml:brushProperty name="scaleFactor" value="0.5"/>
    </inkml:brush>
  </inkml:definitions>
  <inkml:trace contextRef="#ctx0" brushRef="#br0">0 0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2.5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8978.65625"/>
      <inkml:brushProperty name="anchorY" value="-86904.28125"/>
      <inkml:brushProperty name="scaleFactor" value="0.5"/>
    </inkml:brush>
  </inkml:definitions>
  <inkml:trace contextRef="#ctx0" brushRef="#br0">1 0 24575,'0'0'0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2.6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9486.65625"/>
      <inkml:brushProperty name="anchorY" value="-87412.28125"/>
      <inkml:brushProperty name="scaleFactor" value="0.5"/>
    </inkml:brush>
  </inkml:definitions>
  <inkml:trace contextRef="#ctx0" brushRef="#br0">0 1 24575,'0'0'0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2.82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89994.65625"/>
      <inkml:brushProperty name="anchorY" value="-87920.28125"/>
      <inkml:brushProperty name="scaleFactor" value="0.5"/>
    </inkml:brush>
  </inkml:definitions>
  <inkml:trace contextRef="#ctx0" brushRef="#br0">1 0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2.9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0502.65625"/>
      <inkml:brushProperty name="anchorY" value="-88428.28125"/>
      <inkml:brushProperty name="scaleFactor" value="0.5"/>
    </inkml:brush>
  </inkml:definitions>
  <inkml:trace contextRef="#ctx0" brushRef="#br0">0 0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3.12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1010.65625"/>
      <inkml:brushProperty name="anchorY" value="-88936.28125"/>
      <inkml:brushProperty name="scaleFactor" value="0.5"/>
    </inkml:brush>
  </inkml:definitions>
  <inkml:trace contextRef="#ctx0" brushRef="#br0">0 1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4.1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0250.45313"/>
      <inkml:brushProperty name="anchorY" value="-88428.28125"/>
      <inkml:brushProperty name="scaleFactor" value="0.5"/>
    </inkml:brush>
  </inkml:definitions>
  <inkml:trace contextRef="#ctx0" brushRef="#br0">0 1 24575,'0'0'0,"13"0"0,5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3.3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1518.65625"/>
      <inkml:brushProperty name="anchorY" value="-89444.28125"/>
      <inkml:brushProperty name="scaleFactor" value="0.5"/>
    </inkml:brush>
  </inkml:definitions>
  <inkml:trace contextRef="#ctx0" brushRef="#br0">41 1 24575,'0'0'0,"-17"0"0,-7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4.61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0799.71094"/>
      <inkml:brushProperty name="anchorY" value="-88936.28125"/>
      <inkml:brushProperty name="scaleFactor" value="0.5"/>
    </inkml:brush>
  </inkml:definitions>
  <inkml:trace contextRef="#ctx0" brushRef="#br0">1 1 24575,'0'0'0,"8"0"0,4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3.70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0956.17188"/>
      <inkml:brushProperty name="anchorY" value="-88936.28125"/>
      <inkml:brushProperty name="scaleFactor" value="0.5"/>
    </inkml:brush>
  </inkml:definitions>
  <inkml:trace contextRef="#ctx0" brushRef="#br0">149 1 24575,'0'0'0,"-62"0"0,-24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5.0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1334.96094"/>
      <inkml:brushProperty name="anchorY" value="-89444.28125"/>
      <inkml:brushProperty name="scaleFactor" value="0.5"/>
    </inkml:brush>
  </inkml:definitions>
  <inkml:trace contextRef="#ctx0" brushRef="#br0">0 1 24575,'0'0'0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17.30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1842.96094"/>
      <inkml:brushProperty name="anchorY" value="-89952.28125"/>
      <inkml:brushProperty name="scaleFactor" value="0.5"/>
    </inkml:brush>
  </inkml:definitions>
  <inkml:trace contextRef="#ctx0" brushRef="#br0">451 1 24575,'0'0'0,"-76"0"0,-31 0 0,14 0 0,16 0 0,21 0 0,20 0 0,31 0 0,4 0 0,2 0 0,22 0 0,22 0 0,16 0 0,9 0 0,3 0 0,0 0 0,-4 0 0,-7 0 0,-11 0 0,-11 0 0,-10 0 0,-10 0 0,-9 0 0,-6 0 0,-3 0 0,-6 0 0,-8 0 0,-10 0 0,-3 0 0,3 0 0,4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0.1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2461.01563"/>
      <inkml:brushProperty name="anchorY" value="-90460.28125"/>
      <inkml:brushProperty name="scaleFactor" value="0.5"/>
    </inkml:brush>
  </inkml:definitions>
  <inkml:trace contextRef="#ctx0" brushRef="#br0">0 1 24575,'0'0'0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0.4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2969.01563"/>
      <inkml:brushProperty name="anchorY" value="-90968.28125"/>
      <inkml:brushProperty name="scaleFactor" value="0.5"/>
    </inkml:brush>
  </inkml:definitions>
  <inkml:trace contextRef="#ctx0" brushRef="#br0">0 1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0.8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3477.01563"/>
      <inkml:brushProperty name="anchorY" value="-91476.28125"/>
      <inkml:brushProperty name="scaleFactor" value="0.5"/>
    </inkml:brush>
  </inkml:definitions>
  <inkml:trace contextRef="#ctx0" brushRef="#br0">1 0 24575,'0'0'0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0.9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3985.01563"/>
      <inkml:brushProperty name="anchorY" value="-91984.28125"/>
      <inkml:brushProperty name="scaleFactor" value="0.5"/>
    </inkml:brush>
  </inkml:definitions>
  <inkml:trace contextRef="#ctx0" brushRef="#br0">11 0 24575,'0'0'0,"-4"0"0,-3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1.1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3463"/>
      <inkml:brushProperty name="anchorY" value="-91476.28125"/>
      <inkml:brushProperty name="scaleFactor" value="0.5"/>
    </inkml:brush>
  </inkml:definitions>
  <inkml:trace contextRef="#ctx0" brushRef="#br0">1 1 24575,'0'0'0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1.3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3971"/>
      <inkml:brushProperty name="anchorY" value="-91984.28125"/>
      <inkml:brushProperty name="scaleFactor" value="0.5"/>
    </inkml:brush>
  </inkml:definitions>
  <inkml:trace contextRef="#ctx0" brushRef="#br0">1 0 24575,'0'0'0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1.54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4479"/>
      <inkml:brushProperty name="anchorY" value="-92492.28125"/>
      <inkml:brushProperty name="scaleFactor" value="0.5"/>
    </inkml:brush>
  </inkml:definitions>
  <inkml:trace contextRef="#ctx0" brushRef="#br0">0 0 24575,'0'0'0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2.07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4987"/>
      <inkml:brushProperty name="anchorY" value="-93000.28125"/>
      <inkml:brushProperty name="scaleFactor" value="0.5"/>
    </inkml:brush>
  </inkml:definitions>
  <inkml:trace contextRef="#ctx0" brushRef="#br0">1 1 24575,'0'0'0,"50"5"0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3.4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6084.71875"/>
      <inkml:brushProperty name="anchorY" value="-94023.25781"/>
      <inkml:brushProperty name="scaleFactor" value="0.5"/>
    </inkml:brush>
  </inkml:definitions>
  <inkml:trace contextRef="#ctx0" brushRef="#br0">1 1 24575,'0'0'0,"73"0"0,33 0 0,-8 0 0,-13 0 0,-15 0 0,-19 0 0,-16 0 0,-10 0 0,-9 0 0,-4 0 0,-5 0 0,0 0 0,-3 0 0,2 0 0,0 0 0,3 0 0,1 0 0,4 0 0,-2 0 0,-2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3.6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7464.23438"/>
      <inkml:brushProperty name="anchorY" value="-94531.25781"/>
      <inkml:brushProperty name="scaleFactor" value="0.5"/>
    </inkml:brush>
  </inkml:definitions>
  <inkml:trace contextRef="#ctx0" brushRef="#br0">0 0 24575,'0'0'0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3.7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7972.23438"/>
      <inkml:brushProperty name="anchorY" value="-95039.25781"/>
      <inkml:brushProperty name="scaleFactor" value="0.5"/>
    </inkml:brush>
  </inkml:definitions>
  <inkml:trace contextRef="#ctx0" brushRef="#br0">0 0 24575,'0'0'0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3.846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480.23438"/>
      <inkml:brushProperty name="anchorY" value="-95547.25781"/>
      <inkml:brushProperty name="scaleFactor" value="0.5"/>
    </inkml:brush>
  </inkml:definitions>
  <inkml:trace contextRef="#ctx0" brushRef="#br0">0 1 24575,'0'0'0,"2"0"0,1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3.9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994.46094"/>
      <inkml:brushProperty name="anchorY" value="-96055.25781"/>
      <inkml:brushProperty name="scaleFactor" value="0.5"/>
    </inkml:brush>
  </inkml:definitions>
  <inkml:trace contextRef="#ctx0" brushRef="#br0">0 0 24575,'0'0'0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4.0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502.46094"/>
      <inkml:brushProperty name="anchorY" value="-96563.25781"/>
      <inkml:brushProperty name="scaleFactor" value="0.5"/>
    </inkml:brush>
  </inkml:definitions>
  <inkml:trace contextRef="#ctx0" brushRef="#br0">1 0 24575,'0'0'0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4.21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0010.46094"/>
      <inkml:brushProperty name="anchorY" value="-97071.25781"/>
      <inkml:brushProperty name="scaleFactor" value="0.5"/>
    </inkml:brush>
  </inkml:definitions>
  <inkml:trace contextRef="#ctx0" brushRef="#br0">1 1 24575,'0'0'0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4.5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0518.46094"/>
      <inkml:brushProperty name="anchorY" value="-97579.25781"/>
      <inkml:brushProperty name="scaleFactor" value="0.5"/>
    </inkml:brush>
  </inkml:definitions>
  <inkml:trace contextRef="#ctx0" brushRef="#br0">5 1 24575,'0'0'0,"-2"0"0,0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4.6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0004.22656"/>
      <inkml:brushProperty name="anchorY" value="-97071.25781"/>
      <inkml:brushProperty name="scaleFactor" value="0.5"/>
    </inkml:brush>
  </inkml:definitions>
  <inkml:trace contextRef="#ctx0" brushRef="#br0">16 1 24575,'0'0'0,"-6"0"0,-3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4.81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475.21094"/>
      <inkml:brushProperty name="anchorY" value="-96563.25781"/>
      <inkml:brushProperty name="scaleFactor" value="0.5"/>
    </inkml:brush>
  </inkml:definitions>
  <inkml:trace contextRef="#ctx0" brushRef="#br0">16 1 24575,'0'0'0,"-6"0"0,-4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5.3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946.1875"/>
      <inkml:brushProperty name="anchorY" value="-96055.25781"/>
      <inkml:brushProperty name="scaleFactor" value="0.5"/>
    </inkml:brush>
  </inkml:definitions>
  <inkml:trace contextRef="#ctx0" brushRef="#br0">1002 1 24575,'0'0'0,"-73"0"0,-36 0 0,6 0 0,7 0 0,14 0 0,15 0 0,14 0 0,12 0 0,8 0 0,6 0 0,5 0 0,5 0 0,2 0 0,2 0 0,1 0 0,0 0 0,1 0 0,-1 0 0,-3 0 0,-2 0 0,-1 0 0,1 0 0,1 0 0,-2 0 0,1 0 0,1 0 0,1 0 0,1 0 0,1 0 0,2 0 0,3 0 0,3 0 0,3 0 0,1 0 0,0 0 0,2 0 0,-1 0 0,1 0 0,-1 0 0,1 0 0,-1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2.736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5562.71875"/>
      <inkml:brushProperty name="anchorY" value="-93515.25781"/>
      <inkml:brushProperty name="scaleFactor" value="0.5"/>
    </inkml:brush>
  </inkml:definitions>
  <inkml:trace contextRef="#ctx0" brushRef="#br0">0 1 24575,'0'0'0,"5"0"0,1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6.1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7111.5"/>
      <inkml:brushProperty name="anchorY" value="-95547.25781"/>
      <inkml:brushProperty name="scaleFactor" value="0.5"/>
    </inkml:brush>
  </inkml:definitions>
  <inkml:trace contextRef="#ctx0" brushRef="#br0">0 1 24575,'0'0'0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6.1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7619.5"/>
      <inkml:brushProperty name="anchorY" value="-96055.25781"/>
      <inkml:brushProperty name="scaleFactor" value="0.5"/>
    </inkml:brush>
  </inkml:definitions>
  <inkml:trace contextRef="#ctx0" brushRef="#br0">0 1 24575,'0'0'0,"5"0"0,1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6.31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141.50781"/>
      <inkml:brushProperty name="anchorY" value="-96563.25781"/>
      <inkml:brushProperty name="scaleFactor" value="0.5"/>
    </inkml:brush>
  </inkml:definitions>
  <inkml:trace contextRef="#ctx0" brushRef="#br0">15 1 24575,'0'0'0,"-6"0"0,-3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6.3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7613.27344"/>
      <inkml:brushProperty name="anchorY" value="-96055.25781"/>
      <inkml:brushProperty name="scaleFactor" value="0.5"/>
    </inkml:brush>
  </inkml:definitions>
  <inkml:trace contextRef="#ctx0" brushRef="#br0">1 1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26.52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121.27344"/>
      <inkml:brushProperty name="anchorY" value="-96563.25781"/>
      <inkml:brushProperty name="scaleFactor" value="0.5"/>
    </inkml:brush>
  </inkml:definitions>
  <inkml:trace contextRef="#ctx0" brushRef="#br0">0 1 24575,'0'0'0,"142"0"0,54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0.0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1788.08594"/>
      <inkml:brushProperty name="anchorY" value="-99611.25781"/>
      <inkml:brushProperty name="scaleFactor" value="0.5"/>
    </inkml:brush>
  </inkml:definitions>
  <inkml:trace contextRef="#ctx0" brushRef="#br0">1 1 24575,'0'0'0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0.26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2296.08594"/>
      <inkml:brushProperty name="anchorY" value="-100119.25781"/>
      <inkml:brushProperty name="scaleFactor" value="0.5"/>
    </inkml:brush>
  </inkml:definitions>
  <inkml:trace contextRef="#ctx0" brushRef="#br0">0 0 24575,'0'0'0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0.38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2804.08594"/>
      <inkml:brushProperty name="anchorY" value="-100627.25781"/>
      <inkml:brushProperty name="scaleFactor" value="0.5"/>
    </inkml:brush>
  </inkml:definitions>
  <inkml:trace contextRef="#ctx0" brushRef="#br0">0 0 24575,'0'0'0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0.52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3312.08594"/>
      <inkml:brushProperty name="anchorY" value="-101135.25781"/>
      <inkml:brushProperty name="scaleFactor" value="0.5"/>
    </inkml:brush>
  </inkml:definitions>
  <inkml:trace contextRef="#ctx0" brushRef="#br0">1 1 24575,'0'0'0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0.6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3820.08594"/>
      <inkml:brushProperty name="anchorY" value="-101643.25781"/>
      <inkml:brushProperty name="scaleFactor" value="0.5"/>
    </inkml:brush>
  </inkml:definitions>
  <inkml:trace contextRef="#ctx0" brushRef="#br0">0 0 24575,'0'0'0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0.879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4328.08594"/>
      <inkml:brushProperty name="anchorY" value="-102151.25781"/>
      <inkml:brushProperty name="scaleFactor" value="0.5"/>
    </inkml:brush>
  </inkml:definitions>
  <inkml:trace contextRef="#ctx0" brushRef="#br0">5 0 24575,'0'0'0,"-2"0"0,0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1.43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3813.86719"/>
      <inkml:brushProperty name="anchorY" value="-101643.25781"/>
      <inkml:brushProperty name="scaleFactor" value="0.5"/>
    </inkml:brush>
  </inkml:definitions>
  <inkml:trace contextRef="#ctx0" brushRef="#br0">1995 1 24575,'0'0'0,"-73"0"0,-41 0 0,0 0 0,1 0-1147,8 0 546,12 0 703,8 0 261,9 0-504,6 0 596,1 0-565,-2 0 165,2 0-55,-3 0 1056,2 0-1358,2 0 592,-4 0-330,-1 0 60,1 0-20,1 0 0,3 0 0,-1 0 0,1 0 0,-1 0 0,-1 0 0,12 0 0,15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2.82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0655.9375"/>
      <inkml:brushProperty name="anchorY" value="-101135.25781"/>
      <inkml:brushProperty name="scaleFactor" value="0.5"/>
    </inkml:brush>
  </inkml:definitions>
  <inkml:trace contextRef="#ctx0" brushRef="#br0">1369 1 24575,'0'0'0,"92"0"0,54 0 0,-1 0 0,-2 0-1147,-11 0 328,-14 0-164,-15 0 1249,-14 0-459,-12 0 207,-7 0-14,-11 0 789,-7 0-1015,-10 0 339,-8 0-113,-9 0 1147,-9 0-766,-6 0 275,-5 0-753,-4 0 196,-1 0-99,-2 0 0,1 0 0,-5 0 0,-11 0 0,-16 0 0,-23 0 0,-30 0 0,-22 0 0,-17 0-1147,-13 0 1262,-9 0-218,-3 0-1075,1 0 727,1 0 510,3 0-171,7 0 112,12 0 0,12 0-881,12 0 1133,6 0-378,7 0 126,8 0-34,7 0 43,5 0 1133,3 0-1428,3 0 1585,1 0-816,2 0 472,3 0-1132,5 0 364,7 0-199,7 0 18,7 0-6,8 0 0,7 0 0,6 0 0,5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37.9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078.39844"/>
      <inkml:brushProperty name="anchorY" value="-97071.25781"/>
      <inkml:brushProperty name="scaleFactor" value="0.5"/>
    </inkml:brush>
  </inkml:definitions>
  <inkml:trace contextRef="#ctx0" brushRef="#br0">1 1 24575,'0'0'0,"4"0"0,2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38.86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599.63281"/>
      <inkml:brushProperty name="anchorY" value="-97579.25781"/>
      <inkml:brushProperty name="scaleFactor" value="0.5"/>
    </inkml:brush>
  </inkml:definitions>
  <inkml:trace contextRef="#ctx0" brushRef="#br0">0 1 24575,'0'0'0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38.92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0107.63281"/>
      <inkml:brushProperty name="anchorY" value="-98087.25781"/>
      <inkml:brushProperty name="scaleFactor" value="0.5"/>
    </inkml:brush>
  </inkml:definitions>
  <inkml:trace contextRef="#ctx0" brushRef="#br0">0 1 24575,'0'0'0,"6"0"0,3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39.13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0635.86719"/>
      <inkml:brushProperty name="anchorY" value="-98595.25781"/>
      <inkml:brushProperty name="scaleFactor" value="0.5"/>
    </inkml:brush>
  </inkml:definitions>
  <inkml:trace contextRef="#ctx0" brushRef="#br0">0 1 24575,'0'0'0,"15"0"0,6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39.7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1191.34375"/>
      <inkml:brushProperty name="anchorY" value="-99103.25781"/>
      <inkml:brushProperty name="scaleFactor" value="0.5"/>
    </inkml:brush>
  </inkml:definitions>
  <inkml:trace contextRef="#ctx0" brushRef="#br0">0 1 24575,'0'0'0,"28"0"0,11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3.8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329.65625"/>
      <inkml:brushProperty name="anchorY" value="-100627.25781"/>
      <inkml:brushProperty name="scaleFactor" value="0.5"/>
    </inkml:brush>
  </inkml:definitions>
  <inkml:trace contextRef="#ctx0" brushRef="#br0">0 1 24575,'0'0'0,"2"0"0,1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4.217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844.65625"/>
      <inkml:brushProperty name="anchorY" value="-101135.25781"/>
      <inkml:brushProperty name="scaleFactor" value="0.5"/>
    </inkml:brush>
  </inkml:definitions>
  <inkml:trace contextRef="#ctx0" brushRef="#br0">602 1 24575,'0'0'0,"-84"0"0,-39 0 0,9 0 0,15 0-1147,23 0 1319,23 0 135,22 0-451,15 0 421,10 0-339,12 0 93,13 0-31,1 0 661,-1 0-850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4.36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7621.76563"/>
      <inkml:brushProperty name="anchorY" value="-100627.25781"/>
      <inkml:brushProperty name="scaleFactor" value="0.5"/>
    </inkml:brush>
  </inkml:definitions>
  <inkml:trace contextRef="#ctx0" brushRef="#br0">0 1 24575,'0'0'0,"43"0"0,17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5.71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265.98438"/>
      <inkml:brushProperty name="anchorY" value="-101135.25781"/>
      <inkml:brushProperty name="scaleFactor" value="0.5"/>
    </inkml:brush>
  </inkml:definitions>
  <inkml:trace contextRef="#ctx0" brushRef="#br0">0 1 24575,'0'0'0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7.35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773.98438"/>
      <inkml:brushProperty name="anchorY" value="-101643.25781"/>
      <inkml:brushProperty name="scaleFactor" value="0.5"/>
    </inkml:brush>
  </inkml:definitions>
  <inkml:trace contextRef="#ctx0" brushRef="#br0">0 0 24575,'0'0'0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47.5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281.98438"/>
      <inkml:brushProperty name="anchorY" value="-102151.25781"/>
      <inkml:brushProperty name="scaleFactor" value="0.5"/>
    </inkml:brush>
  </inkml:definitions>
  <inkml:trace contextRef="#ctx0" brushRef="#br0">1 0 24575,'0'0'0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3.10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789.98438"/>
      <inkml:brushProperty name="anchorY" value="-102659.25781"/>
      <inkml:brushProperty name="scaleFactor" value="0.5"/>
    </inkml:brush>
  </inkml:definitions>
  <inkml:trace contextRef="#ctx0" brushRef="#br0">31 1 24575,'0'0'0,"-13"0"0,-5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3.6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241.51563"/>
      <inkml:brushProperty name="anchorY" value="-102151.25781"/>
      <inkml:brushProperty name="scaleFactor" value="0.5"/>
    </inkml:brush>
  </inkml:definitions>
  <inkml:trace contextRef="#ctx0" brushRef="#br0">0 1 24575,'0'0'0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4.0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749.51563"/>
      <inkml:brushProperty name="anchorY" value="-102659.25781"/>
      <inkml:brushProperty name="scaleFactor" value="0.5"/>
    </inkml:brush>
  </inkml:definitions>
  <inkml:trace contextRef="#ctx0" brushRef="#br0">1 1 24575,'0'0'0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4.3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0257.51563"/>
      <inkml:brushProperty name="anchorY" value="-103167.25781"/>
      <inkml:brushProperty name="scaleFactor" value="0.5"/>
    </inkml:brush>
  </inkml:definitions>
  <inkml:trace contextRef="#ctx0" brushRef="#br0">32 0 24575,'0'0'0,"-13"0"0,-5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4.9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708.25"/>
      <inkml:brushProperty name="anchorY" value="-102659.25781"/>
      <inkml:brushProperty name="scaleFactor" value="0.5"/>
    </inkml:brush>
  </inkml:definitions>
  <inkml:trace contextRef="#ctx0" brushRef="#br0">47 0 24575,'0'0'0,"-20"0"0,-6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5.1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9138.75781"/>
      <inkml:brushProperty name="anchorY" value="-102151.25781"/>
      <inkml:brushProperty name="scaleFactor" value="0.5"/>
    </inkml:brush>
  </inkml:definitions>
  <inkml:trace contextRef="#ctx0" brushRef="#br0">26 1 24575,'0'0'0,"-11"0"0,-4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5.5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596.50781"/>
      <inkml:brushProperty name="anchorY" value="-101643.25781"/>
      <inkml:brushProperty name="scaleFactor" value="0.5"/>
    </inkml:brush>
  </inkml:definitions>
  <inkml:trace contextRef="#ctx0" brushRef="#br0">60 0 24575,'0'0'0,"-15"0"0,-9 0 0,4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6.6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8010.05469"/>
      <inkml:brushProperty name="anchorY" value="-101135.25781"/>
      <inkml:brushProperty name="scaleFactor" value="0.5"/>
    </inkml:brush>
  </inkml:definitions>
  <inkml:trace contextRef="#ctx0" brushRef="#br0">1 0 24575,'0'0'0,"75"0"0,37 0 0,-6 0 0,-8 0 0,-15 0 0,-14 0 0,-13 0 0,-10 0 0,-5 0 0,-4 0 0,-2 0 0,0 0 0,-2 0 0,0 0 0,1 0 0,1 0 0,1 0 0,3 0 0,1 0 0,1 0 0,-1 0 0,0 0 0,-1 0 0,-1 0 0,3 0 0,0 0 0,-1 0 0,0 0 0,-3 0 0,-1 0 0,0 0 0,0 0 0,3 0 0,3 0 0,3 0 0,2 0 0,2 0 0,2 0 0,-3 0 0,-2 0 0,-2 0 0,-6 0 0,-3 0 0,-5 0 0,-2 0 0,1 0 0,-1 0 0,-1 0 0,-1 0 0,0 0 0,0 0 0,-1 0 0,0 0 0,1 0 0,-1 0 0,0 0 0,3 0 0,5 0 0,-5 0 0,-6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7:59.91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1825.33594"/>
      <inkml:brushProperty name="anchorY" value="-101643.25781"/>
      <inkml:brushProperty name="scaleFactor" value="0.5"/>
    </inkml:brush>
  </inkml:definitions>
  <inkml:trace contextRef="#ctx0" brushRef="#br0">0 1 24575,'0'0'0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0.3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2333.33594"/>
      <inkml:brushProperty name="anchorY" value="-102151.25781"/>
      <inkml:brushProperty name="scaleFactor" value="0.5"/>
    </inkml:brush>
  </inkml:definitions>
  <inkml:trace contextRef="#ctx0" brushRef="#br0">1 1 24575,'0'0'0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0.72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2841.33594"/>
      <inkml:brushProperty name="anchorY" value="-102659.25781"/>
      <inkml:brushProperty name="scaleFactor" value="0.5"/>
    </inkml:brush>
  </inkml:definitions>
  <inkml:trace contextRef="#ctx0" brushRef="#br0">21 0 24575,'0'0'0,"-9"0"0,-2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1.0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2306.08594"/>
      <inkml:brushProperty name="anchorY" value="-102151.25781"/>
      <inkml:brushProperty name="scaleFactor" value="0.5"/>
    </inkml:brush>
  </inkml:definitions>
  <inkml:trace contextRef="#ctx0" brushRef="#br0">16 0 24575,'0'0'0,"-7"0"0,-1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1.22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1777.85156"/>
      <inkml:brushProperty name="anchorY" value="-101643.25781"/>
      <inkml:brushProperty name="scaleFactor" value="0.5"/>
    </inkml:brush>
  </inkml:definitions>
  <inkml:trace contextRef="#ctx0" brushRef="#br0">0 1 24575,'0'0'0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1.52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2285.85156"/>
      <inkml:brushProperty name="anchorY" value="-102151.25781"/>
      <inkml:brushProperty name="scaleFactor" value="0.5"/>
    </inkml:brush>
  </inkml:definitions>
  <inkml:trace contextRef="#ctx0" brushRef="#br0">15 0 24575,'0'0'0,"-6"0"0,-3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2.22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1757.61719"/>
      <inkml:brushProperty name="anchorY" value="-101643.25781"/>
      <inkml:brushProperty name="scaleFactor" value="0.5"/>
    </inkml:brush>
  </inkml:definitions>
  <inkml:trace contextRef="#ctx0" brushRef="#br0">0 0 24575,'0'0'0,"41"0"0,-12 0 0,1 0 0,0 0 0,-2 0 0,-7 0 0,-7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3.3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2521.55469"/>
      <inkml:brushProperty name="anchorY" value="-102151.25781"/>
      <inkml:brushProperty name="scaleFactor" value="0.5"/>
    </inkml:brush>
  </inkml:definitions>
  <inkml:trace contextRef="#ctx0" brushRef="#br0">0 0 24575,'0'0'0,"78"0"0,37 0 0,-7 0 0,-8 0-1147,-15 0 1287,-15 0-250,-16 0 519,-12 0-533,-10 0 407,-5 0-346,-3 0 95,-2 0-32,1 0 677,-3 0-871,-2 0 291,-2 0-97,-1 0 0,-1 0 0,1 0 0,3 0 0,2 0 0,4 0 0,3 0 0,0 0 0,0 0 0,0 0 0,0 0 0,-1 0 0,0 0 0,-2 0 0,11 0 0,6 0 0,2 0 0,0 0 0,-5 0 0,-5 0 0,-7 0 0,-6 0 0,-3 0 0,-6 0 0,-1 0 0,-1 0 0,-2 0 0,-2 0 0,-2 0 0,1 0 0,2 0 0,2 0 0,1 0 0,2 0 0,1 0 0,1 0 0,-3 0 0,-2 0 0,0 0 0,-2 0 0,-2 0 0,-1 0 0,-2 0 0,2 0 0,-1 0 0,1 0 0,-2 0 0,0 0 0,0 0 0,-1 0 0,3 0 0,2 0 0,0 0 0,3 0 0,0 0 0,0 0 0,-2 0 0,1 0 0,1 0 0,-1 0 0,-2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3.5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5255.70313"/>
      <inkml:brushProperty name="anchorY" value="-102659.25781"/>
      <inkml:brushProperty name="scaleFactor" value="0.5"/>
    </inkml:brush>
  </inkml:definitions>
  <inkml:trace contextRef="#ctx0" brushRef="#br0">1 0 24575,'0'0'0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3.8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5763.70313"/>
      <inkml:brushProperty name="anchorY" value="-103167.25781"/>
      <inkml:brushProperty name="scaleFactor" value="0.5"/>
    </inkml:brush>
  </inkml:definitions>
  <inkml:trace contextRef="#ctx0" brushRef="#br0">1 1 24575,'0'0'0,"8"0"0,4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4.1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6298.9375"/>
      <inkml:brushProperty name="anchorY" value="-103675.25781"/>
      <inkml:brushProperty name="scaleFactor" value="0.5"/>
    </inkml:brush>
  </inkml:definitions>
  <inkml:trace contextRef="#ctx0" brushRef="#br0">0 0 24575,'0'0'0,"2"0"0,1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4.36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6813.95313"/>
      <inkml:brushProperty name="anchorY" value="-104183.25781"/>
      <inkml:brushProperty name="scaleFactor" value="0.5"/>
    </inkml:brush>
  </inkml:definitions>
  <inkml:trace contextRef="#ctx0" brushRef="#br0">0 0 24575,'0'0'0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4.76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7321.95313"/>
      <inkml:brushProperty name="anchorY" value="-104691.25781"/>
      <inkml:brushProperty name="scaleFactor" value="0.5"/>
    </inkml:brush>
  </inkml:definitions>
  <inkml:trace contextRef="#ctx0" brushRef="#br0">0 1 24575,'0'0'0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9.2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7829.95313"/>
      <inkml:brushProperty name="anchorY" value="-105199.25"/>
      <inkml:brushProperty name="scaleFactor" value="0.5"/>
    </inkml:brush>
  </inkml:definitions>
  <inkml:trace contextRef="#ctx0" brushRef="#br0">0 1 24575,'0'0'0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09.6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8337.95313"/>
      <inkml:brushProperty name="anchorY" value="-105707.25"/>
      <inkml:brushProperty name="scaleFactor" value="0.5"/>
    </inkml:brush>
  </inkml:definitions>
  <inkml:trace contextRef="#ctx0" brushRef="#br0">56 1 24575,'0'0'0,"-23"0"0,-10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0.79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7755.22656"/>
      <inkml:brushProperty name="anchorY" value="-105199.25"/>
      <inkml:brushProperty name="scaleFactor" value="0.5"/>
    </inkml:brush>
  </inkml:definitions>
  <inkml:trace contextRef="#ctx0" brushRef="#br0">1232 1 24575,'0'0'0,"-15"0"0,-36 0 0,-41 0 0,-3 0 0,4 0 0,14 0 0,15 0 0,15 0 0,13 0 0,9 0 0,8 0 0,4 0 0,5 0 0,0 0 0,3 0 0,-1 0 0,-1 0 0,-1 0 0,-2 0 0,-2 0 0,1 0 0,-2 0 0,0 0 0,-2 0 0,-1 0 0,1 0 0,0 0 0,1 0 0,0 0 0,3 0 0,1 0 0,0 0 0,2 0 0,-1 0 0,1 0 0,-2 0 0,-4 0 0,-2 0 0,-2 0 0,1 0 0,1 0 0,0 0 0,2 0 0,0 0 0,1 0 0,-2 0 0,0 0 0,0 0 0,1 0 0,-1 0 0,2 0 0,0 0 0,0 0 0,0 0 0,1 0 0,-1 0 0,1 0 0,-1 0 0,1 0 0,-1 0 0,3 0 0,2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1.11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5611.0625"/>
      <inkml:brushProperty name="anchorY" value="-104691.25781"/>
      <inkml:brushProperty name="scaleFactor" value="0.5"/>
    </inkml:brush>
  </inkml:definitions>
  <inkml:trace contextRef="#ctx0" brushRef="#br0">21 0 24575,'0'0'0,"-8"0"0,-4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1.2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5075.82813"/>
      <inkml:brushProperty name="anchorY" value="-104183.25781"/>
      <inkml:brushProperty name="scaleFactor" value="0.5"/>
    </inkml:brush>
  </inkml:definitions>
  <inkml:trace contextRef="#ctx0" brushRef="#br0">0 0 24575,'0'0'0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1.46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5583.82813"/>
      <inkml:brushProperty name="anchorY" value="-104691.25781"/>
      <inkml:brushProperty name="scaleFactor" value="0.5"/>
    </inkml:brush>
  </inkml:definitions>
  <inkml:trace contextRef="#ctx0" brushRef="#br0">0 1 24575,'0'0'0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1.6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6091.82813"/>
      <inkml:brushProperty name="anchorY" value="-105199.25"/>
      <inkml:brushProperty name="scaleFactor" value="0.5"/>
    </inkml:brush>
  </inkml:definitions>
  <inkml:trace contextRef="#ctx0" brushRef="#br0">1 0 24575,'0'0'0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1.9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6599.82813"/>
      <inkml:brushProperty name="anchorY" value="-105707.25"/>
      <inkml:brushProperty name="scaleFactor" value="0.5"/>
    </inkml:brush>
  </inkml:definitions>
  <inkml:trace contextRef="#ctx0" brushRef="#br0">1 0 24575,'0'0'0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3.6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7107.82813"/>
      <inkml:brushProperty name="anchorY" value="-106215.25"/>
      <inkml:brushProperty name="scaleFactor" value="0.5"/>
    </inkml:brush>
  </inkml:definitions>
  <inkml:trace contextRef="#ctx0" brushRef="#br0">0 0 24575,'0'0'0,"76"0"0,36 0 0,-6 0 0,-11 0 0,-17 0 0,-17 0 0,-14 0 0,-12 0 0,-10 0 0,-3 0 0,-5 0 0,-3 0 0,-1 0 0,2 0 0,2 0 0,2 0 0,3 0 0,1 0 0,0 0 0,-3 0 0,0 0 0,-1 0 0,0 0 0,2 0 0,3 0 0,2 0 0,1 0 0,0 0 0,0 0 0,-1 0 0,0 0 0,0 0 0,-1 0 0,1 0 0,-1 0 0,0 0 0,-2 0 0,-1 0 0,1 0 0,0 0 0,1 0 0,0 0 0,1 0 0,0 0 0,-3 0 0,4 0 0,-1 0 0,4 0 0,-1 0 0,1 0 0,-2 0 0,1 0 0,-2 0 0,0 0 0,-1 0 0,1 0 0,1 0 0,4 0 0,2 0 0,7 0 0,9 0 0,9 0 0,3 0 0,-1 0 0,-1 0 0,-4 0 0,-6 0 0,-6 0 0,-6 0 0,-6 0 0,-5 0 0,-5 0 0,-4 0 0,-5 0 0,-5 0 0,-2 0 0,-3 0 0,-2 0 0,-1 0 0,3 0 0,-1 0 0,1 0 0,-1 0 0,3 0 0,-1 0 0,1 0 0,-2 0 0,0 0 0,-1 0 0,-1 0 0,0 0 0,0 0 0,0 0 0,0 0 0,2 0 0,3 0 0,1 0 0,1 0 0,2 0 0,1 0 0,1 0 0,1 0 0,1 0 0,0 0 0,0 0 0,-1 0 0,1 0 0,0 0 0,-3 0 0,0 0 0,-2 0 0,-3 0 0,-2 0 0,-1 0 0,-1 0 0,-1 0 0,-1 0 0,1 0 0,0 0 0,-1 0 0,1 0 0,0 0 0,0 0 0,2 0 0,1 0 0,0 0 0,-1 0 0,-1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7.34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1158.03906"/>
      <inkml:brushProperty name="anchorY" value="-106723.25"/>
      <inkml:brushProperty name="scaleFactor" value="0.5"/>
    </inkml:brush>
  </inkml:definitions>
  <inkml:trace contextRef="#ctx0" brushRef="#br0">1 1 24575,'0'0'0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7.9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1666.03906"/>
      <inkml:brushProperty name="anchorY" value="-107231.25"/>
      <inkml:brushProperty name="scaleFactor" value="0.5"/>
    </inkml:brush>
  </inkml:definitions>
  <inkml:trace contextRef="#ctx0" brushRef="#br0">0 1 24575,'0'0'0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8.477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2174.03906"/>
      <inkml:brushProperty name="anchorY" value="-107739.25"/>
      <inkml:brushProperty name="scaleFactor" value="0.5"/>
    </inkml:brush>
  </inkml:definitions>
  <inkml:trace contextRef="#ctx0" brushRef="#br0">0 0 24575,'0'0'0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8.8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2682.03906"/>
      <inkml:brushProperty name="anchorY" value="-108247.25"/>
      <inkml:brushProperty name="scaleFactor" value="0.5"/>
    </inkml:brush>
  </inkml:definitions>
  <inkml:trace contextRef="#ctx0" brushRef="#br0">0 0 24575,'0'0'0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9.9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4206.03906"/>
      <inkml:brushProperty name="anchorY" value="-109771.25"/>
      <inkml:brushProperty name="scaleFactor" value="0.5"/>
    </inkml:brush>
  </inkml:definitions>
  <inkml:trace contextRef="#ctx0" brushRef="#br0">0 0 24575,'0'0'0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0.49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4714.03906"/>
      <inkml:brushProperty name="anchorY" value="-110279.25"/>
      <inkml:brushProperty name="scaleFactor" value="0.5"/>
    </inkml:brush>
  </inkml:definitions>
  <inkml:trace contextRef="#ctx0" brushRef="#br0">0 0 24575,'0'0'0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9.6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3698.03906"/>
      <inkml:brushProperty name="anchorY" value="-109263.25"/>
      <inkml:brushProperty name="scaleFactor" value="0.5"/>
    </inkml:brush>
  </inkml:definitions>
  <inkml:trace contextRef="#ctx0" brushRef="#br0">0 0 24575,'0'0'0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0.8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5222.03906"/>
      <inkml:brushProperty name="anchorY" value="-110787.25"/>
      <inkml:brushProperty name="scaleFactor" value="0.5"/>
    </inkml:brush>
  </inkml:definitions>
  <inkml:trace contextRef="#ctx0" brushRef="#br0">1 0 24575,'0'0'0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2.5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6272.28906"/>
      <inkml:brushProperty name="anchorY" value="-111803.25"/>
      <inkml:brushProperty name="scaleFactor" value="0.5"/>
    </inkml:brush>
  </inkml:definitions>
  <inkml:trace contextRef="#ctx0" brushRef="#br0">0 0 24575,'0'0'0,"17"0"0,27 0 0,15 0 0,-2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3.1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7014.39844"/>
      <inkml:brushProperty name="anchorY" value="-112311.25"/>
      <inkml:brushProperty name="scaleFactor" value="0.5"/>
    </inkml:brush>
  </inkml:definitions>
  <inkml:trace contextRef="#ctx0" brushRef="#br0">0 0 24575,'0'0'0,"32"0"0,13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4.11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7624.36719"/>
      <inkml:brushProperty name="anchorY" value="-112819.25"/>
      <inkml:brushProperty name="scaleFactor" value="0.5"/>
    </inkml:brush>
  </inkml:definitions>
  <inkml:trace contextRef="#ctx0" brushRef="#br0">0 1 24575,'0'0'0,"49"0"0,22 0 0,-8 0 0,-9 0 0,-12 0 0,-13 0 0,-11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19.13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3190.03906"/>
      <inkml:brushProperty name="anchorY" value="-108755.25"/>
      <inkml:brushProperty name="scaleFactor" value="0.5"/>
    </inkml:brush>
  </inkml:definitions>
  <inkml:trace contextRef="#ctx0" brushRef="#br0">0 1 24575,'0'0'0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1.8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5730.03906"/>
      <inkml:brushProperty name="anchorY" value="-111295.25"/>
      <inkml:brushProperty name="scaleFactor" value="0.5"/>
    </inkml:brush>
  </inkml:definitions>
  <inkml:trace contextRef="#ctx0" brushRef="#br0">0 1 24575,'0'0'0,"11"0"0,4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5.74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8565.77344"/>
      <inkml:brushProperty name="anchorY" value="-113327.25"/>
      <inkml:brushProperty name="scaleFactor" value="0.5"/>
    </inkml:brush>
  </inkml:definitions>
  <inkml:trace contextRef="#ctx0" brushRef="#br0">0 1 24575,'0'0'0,"33"0"0,49 0 0,11 0 0,-1 0 0,-11 0 0,-18 0 0,-16 0 0,-15 0 0,-10 0 0,-7 0 0,-6 0 0,-4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6.4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9835.3125"/>
      <inkml:brushProperty name="anchorY" value="-113835.25"/>
      <inkml:brushProperty name="scaleFactor" value="0.5"/>
    </inkml:brush>
  </inkml:definitions>
  <inkml:trace contextRef="#ctx0" brushRef="#br0">0 0 24575,'0'0'0,"50"0"0,19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7.1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0500.55469"/>
      <inkml:brushProperty name="anchorY" value="-114343.25"/>
      <inkml:brushProperty name="scaleFactor" value="0.5"/>
    </inkml:brush>
  </inkml:definitions>
  <inkml:trace contextRef="#ctx0" brushRef="#br0">1 0 24575,'0'0'0,"71"0"0,30 0 0,-8 0 0,-10 0 0,-17 0 0,-18 0 0,-14 0 0,-11 0 0,-10 0 0,-6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9.2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1724.64844"/>
      <inkml:brushProperty name="anchorY" value="-114851.25"/>
      <inkml:brushProperty name="scaleFactor" value="0.5"/>
    </inkml:brush>
  </inkml:definitions>
  <inkml:trace contextRef="#ctx0" brushRef="#br0">0 1 24575,'0'0'0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29.9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2232.64844"/>
      <inkml:brushProperty name="anchorY" value="-115359.25"/>
      <inkml:brushProperty name="scaleFactor" value="0.5"/>
    </inkml:brush>
  </inkml:definitions>
  <inkml:trace contextRef="#ctx0" brushRef="#br0">1 1 24575,'0'0'0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0.27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2740.64844"/>
      <inkml:brushProperty name="anchorY" value="-115867.25"/>
      <inkml:brushProperty name="scaleFactor" value="0.5"/>
    </inkml:brush>
  </inkml:definitions>
  <inkml:trace contextRef="#ctx0" brushRef="#br0">0 0 24575,'0'0'0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0.60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3248.64844"/>
      <inkml:brushProperty name="anchorY" value="-116375.25"/>
      <inkml:brushProperty name="scaleFactor" value="0.5"/>
    </inkml:brush>
  </inkml:definitions>
  <inkml:trace contextRef="#ctx0" brushRef="#br0">0 0 24575,'0'0'0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0.96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3756.64844"/>
      <inkml:brushProperty name="anchorY" value="-116883.25"/>
      <inkml:brushProperty name="scaleFactor" value="0.5"/>
    </inkml:brush>
  </inkml:definitions>
  <inkml:trace contextRef="#ctx0" brushRef="#br0">1 1 24575,'0'0'0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1.9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4264.64844"/>
      <inkml:brushProperty name="anchorY" value="-117391.25"/>
      <inkml:brushProperty name="scaleFactor" value="0.5"/>
    </inkml:brush>
  </inkml:definitions>
  <inkml:trace contextRef="#ctx0" brushRef="#br0">0 0 24575,'0'0'0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2.47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4772.64844"/>
      <inkml:brushProperty name="anchorY" value="-117899.25"/>
      <inkml:brushProperty name="scaleFactor" value="0.5"/>
    </inkml:brush>
  </inkml:definitions>
  <inkml:trace contextRef="#ctx0" brushRef="#br0">1 0 24575,'0'0'0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2.79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5280.64844"/>
      <inkml:brushProperty name="anchorY" value="-118407.25"/>
      <inkml:brushProperty name="scaleFactor" value="0.5"/>
    </inkml:brush>
  </inkml:definitions>
  <inkml:trace contextRef="#ctx0" brushRef="#br0">1 0 24575,'0'0'0,"15"0"0,5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3.11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5836.14063"/>
      <inkml:brushProperty name="anchorY" value="-118915.25"/>
      <inkml:brushProperty name="scaleFactor" value="0.5"/>
    </inkml:brush>
  </inkml:definitions>
  <inkml:trace contextRef="#ctx0" brushRef="#br0">0 0 24575,'0'0'0,"41"0"0,15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3.36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6473.35156"/>
      <inkml:brushProperty name="anchorY" value="-119423.25"/>
      <inkml:brushProperty name="scaleFactor" value="0.5"/>
    </inkml:brush>
  </inkml:definitions>
  <inkml:trace contextRef="#ctx0" brushRef="#br0">0 0 24575,'0'0'0,"24"0"0,9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3.4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7056.07813"/>
      <inkml:brushProperty name="anchorY" value="-119931.25"/>
      <inkml:brushProperty name="scaleFactor" value="0.5"/>
    </inkml:brush>
  </inkml:definitions>
  <inkml:trace contextRef="#ctx0" brushRef="#br0">0 0 24575,'0'0'0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3.612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7564.07813"/>
      <inkml:brushProperty name="anchorY" value="-120439.25"/>
      <inkml:brushProperty name="scaleFactor" value="0.5"/>
    </inkml:brush>
  </inkml:definitions>
  <inkml:trace contextRef="#ctx0" brushRef="#br0">0 0 24575,'0'0'0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3.72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8072.07813"/>
      <inkml:brushProperty name="anchorY" value="-120947.25"/>
      <inkml:brushProperty name="scaleFactor" value="0.5"/>
    </inkml:brush>
  </inkml:definitions>
  <inkml:trace contextRef="#ctx0" brushRef="#br0">0 0 24575,'0'0'0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3.954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8580.07813"/>
      <inkml:brushProperty name="anchorY" value="-121455.25"/>
      <inkml:brushProperty name="scaleFactor" value="0.5"/>
    </inkml:brush>
  </inkml:definitions>
  <inkml:trace contextRef="#ctx0" brushRef="#br0">103 0 24575,'0'0'0,"-43"0"0,-17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4.336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7935.85156"/>
      <inkml:brushProperty name="anchorY" value="-120947.25"/>
      <inkml:brushProperty name="scaleFactor" value="0.5"/>
    </inkml:brush>
  </inkml:definitions>
  <inkml:trace contextRef="#ctx0" brushRef="#br0">36 0 24575,'0'0'0,"-15"0"0,-6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5.8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7380.375"/>
      <inkml:brushProperty name="anchorY" value="-120439.25"/>
      <inkml:brushProperty name="scaleFactor" value="0.5"/>
    </inkml:brush>
  </inkml:definitions>
  <inkml:trace contextRef="#ctx0" brushRef="#br0">1 1 24575,'0'0'0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6.36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7888.375"/>
      <inkml:brushProperty name="anchorY" value="-120947.25"/>
      <inkml:brushProperty name="scaleFactor" value="0.5"/>
    </inkml:brush>
  </inkml:definitions>
  <inkml:trace contextRef="#ctx0" brushRef="#br0">0 1 24575,'0'0'0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6.73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8396.375"/>
      <inkml:brushProperty name="anchorY" value="-121455.25"/>
      <inkml:brushProperty name="scaleFactor" value="0.5"/>
    </inkml:brush>
  </inkml:definitions>
  <inkml:trace contextRef="#ctx0" brushRef="#br0">1 0 24575,'0'0'0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7.1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8904.375"/>
      <inkml:brushProperty name="anchorY" value="-121963.25"/>
      <inkml:brushProperty name="scaleFactor" value="0.5"/>
    </inkml:brush>
  </inkml:definitions>
  <inkml:trace contextRef="#ctx0" brushRef="#br0">0 0 24575,'0'0'0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7.4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9412.375"/>
      <inkml:brushProperty name="anchorY" value="-122471.25"/>
      <inkml:brushProperty name="scaleFactor" value="0.5"/>
    </inkml:brush>
  </inkml:definitions>
  <inkml:trace contextRef="#ctx0" brushRef="#br0">1 1 24575,'0'0'0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7.78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9920.375"/>
      <inkml:brushProperty name="anchorY" value="-122979.25"/>
      <inkml:brushProperty name="scaleFactor" value="0.5"/>
    </inkml:brush>
  </inkml:definitions>
  <inkml:trace contextRef="#ctx0" brushRef="#br0">0 0 24575,'0'0'0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39.718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0428.375"/>
      <inkml:brushProperty name="anchorY" value="-123487.25"/>
      <inkml:brushProperty name="scaleFactor" value="0.5"/>
    </inkml:brush>
  </inkml:definitions>
  <inkml:trace contextRef="#ctx0" brushRef="#br0">182 0 24575,'0'0'0,"-9"0"0,-28 0 0,1 0 0,2 0 0,6 0 0,9 0 0,7 0 0,6 0 0,5 0 0,2 0 0,4 0 0,6 0 0,6 0 0,3 0 0,1 0 0,-1 0 0,-2 0 0,-3 0 0,-6 0 0,-2 0 0,-4 0 0,-2 0 0,-1 0 0,-1 0 0,0 0 0,1 0 0,-1 0 0,1 0 0,-1 0 0,1 0 0,0 0 0,0 0 0,-2 0 0,-4 0 0,-4 0 0,-5 0 0,-1 0 0,-1 0 0,0 0 0,4 0 0,3 0 0,4 0 0,3 0 0,1 0 0,2 0 0,6 0 0,7 0 0,13 0 0,15 0 0,10 0 0,5 0 0,0 0 0,-6 0 0,-6 0 0,-10 0 0,-7 0 0,-9 0 0,-7 0 0,-5 0 0,-4 0 0,-2 0 0,-2 0 0,1 0 0,-1 0 0,1 0 0,0 0 0,1 0 0,0 0 0,-1 0 0,1 0 0,1 0 0,-4 0 0,-7 0 0,-11 0 0,-9 0 0,-9 0 0,-3 0 0,0 0 0,6 0 0,6 0 0,9 0 0,7 0 0,7 0 0,3 0 0,4 0 0,1 0 0,3 0 0,5 0 0,8 0 0,7 0 0,5 0 0,5 0 0,1 0 0,-5 0 0,-3 0 0,-5 0 0,-5 0 0,-4 0 0,-5 0 0,-3 0 0,-4 0 0,0 0 0,-2 0 0,0 0 0,1 0 0,-1 0 0,0 0 0,1 0 0,-3 0 0,0 0 0,1 0 0,-1 0 0,2 0 0,0 0 0,0 0 0,1 0 0,0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41.3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1254.34375"/>
      <inkml:brushProperty name="anchorY" value="-123995.25"/>
      <inkml:brushProperty name="scaleFactor" value="0.5"/>
    </inkml:brush>
  </inkml:definitions>
  <inkml:trace contextRef="#ctx0" brushRef="#br0">0 1 24575,'0'0'0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41.577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1762.34375"/>
      <inkml:brushProperty name="anchorY" value="-124503.25"/>
      <inkml:brushProperty name="scaleFactor" value="0.5"/>
    </inkml:brush>
  </inkml:definitions>
  <inkml:trace contextRef="#ctx0" brushRef="#br0">1 1 24575,'0'0'0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41.8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2270.34375"/>
      <inkml:brushProperty name="anchorY" value="-125011.25"/>
      <inkml:brushProperty name="scaleFactor" value="0.5"/>
    </inkml:brush>
  </inkml:definitions>
  <inkml:trace contextRef="#ctx0" brushRef="#br0">1 0 24575,'0'0'0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42.0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2778.34375"/>
      <inkml:brushProperty name="anchorY" value="-125519.25"/>
      <inkml:brushProperty name="scaleFactor" value="0.5"/>
    </inkml:brush>
  </inkml:definitions>
  <inkml:trace contextRef="#ctx0" brushRef="#br0">1 0 24575,'0'0'0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42.28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3286.34375"/>
      <inkml:brushProperty name="anchorY" value="-126027.25"/>
      <inkml:brushProperty name="scaleFactor" value="0.5"/>
    </inkml:brush>
  </inkml:definitions>
  <inkml:trace contextRef="#ctx0" brushRef="#br0">0 1 24575,'0'0'0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42.5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3794.34375"/>
      <inkml:brushProperty name="anchorY" value="-126535.25"/>
      <inkml:brushProperty name="scaleFactor" value="0.5"/>
    </inkml:brush>
  </inkml:definitions>
  <inkml:trace contextRef="#ctx0" brushRef="#br0">0 0 24575,'0'0'0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43.272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4302.34375"/>
      <inkml:brushProperty name="anchorY" value="-127043.25"/>
      <inkml:brushProperty name="scaleFactor" value="0.5"/>
    </inkml:brush>
  </inkml:definitions>
  <inkml:trace contextRef="#ctx0" brushRef="#br0">1 0 24575,'0'0'0,"35"0"0,-6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9T05:28:44.6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4895.28125"/>
      <inkml:brushProperty name="anchorY" value="-127551.25"/>
      <inkml:brushProperty name="scaleFactor" value="0.5"/>
    </inkml:brush>
  </inkml:definitions>
  <inkml:trace contextRef="#ctx0" brushRef="#br0">135 0 24575,'0'0'0,"-15"0"0,87 0 0,9 0 0,3 0 0,-14 0 0,-18 0 0,-17 0 0,-18 0 0,-15 0 0,-3 0 0,-13 0 0,-18 0 0,-16 0 0,-7 0 0,-1 0 0,4 0 0,6 0 0,10 0 0,11 0 0,9 0 0,7 0 0,9 0 0,2 0 0,12 0 0,16 0 0,12 0 0,8 0 0,1 0 0,-3 0 0,-8 0 0,-11 0 0,-10 0 0,-8 0 0,-6 0 0,-4 0 0,-2 0 0,-3 0 0,-3 0 0,-5 0 0,-4 0 0,-4 0 0,0 0 0,0 0 0,3 0 0,3 0 0,4 0 0,4 0 0,3 0 0,4 0 0,5 0 0,2 0 0,3 0 0,1 0 0,1 0 0,-2 0 0,-3 0 0,-2 0 0,-3 0 0,-9 0 0,-16 0 0,-17 0 0,-14 0 0,-7 0 0,1 0 0,6 0 0,10 0 0,9 0 0,12 0 0,8 0 0,7 0 0,5 0 0,5 0 0,4 0 0,5 0 0,5 0 0,3 0 0,3 0 0,0 0 0,-2 0 0,-5 0 0,-5 0 0,-4 0 0,-3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2AAE-7FD9-8A1D-D134-AC72FA262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63B39-55E0-3C41-66D8-C0F1DD188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4C5FC-E401-E04F-54C5-C9599730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F564-9B35-D8F2-C394-43229280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15573-8F1A-BC5E-1E9B-00FD528F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AE3D-617A-5CE9-B19A-AF17464D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DE93A-8E0D-CF48-0AD0-814DFA02D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2819C-6489-D734-E7D7-8F01F9DE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A1D4-27CE-8D02-17EA-E7F6CF8F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390DB-4100-D320-DDCE-1475E651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601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DD6A-55AC-2CCB-78B4-D41760927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F1D0C-5C99-30A1-09F0-8E089CE83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DAECC-B2A7-644D-CB14-CA964A2D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A8BF3-9D97-44BA-9812-A64A042C9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B6730-8E70-1A99-D66D-2EE272A2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3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B45D-1B41-424B-3CF4-B793082A0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29AEC-8B0A-223A-CD8F-F0E08103C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FA9AB-C55F-8072-F1FB-1927540E3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9AC8-128C-AE63-E40B-7115F5221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656BE-BD6F-ACC1-76DC-11A2E53B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770C4-F129-AD68-3E49-D7BFAEDA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95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A43B-90A5-9CA2-C91E-2F8C6370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CB21D-630A-182E-B6C2-BE3B013D8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E26C0-2EFD-FFF2-9C11-7B691ECFD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6F111-B747-64A1-498A-BD2B61694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EAC0C-CF4B-4864-CF91-8274DBE4E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985EDE-2B8A-6F34-8218-43A38E48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C85D4-5138-0E12-AC5F-E4FEB5B0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47D174-ADB7-6986-B6B2-D9BEA333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27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801C-33EB-5F3F-196C-2966B40EA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B0050-36A4-0E6B-E780-CD8EF088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56133-724F-0157-96DD-8EA7D060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93AE-B003-2528-F84F-C06A1C7E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97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7901F-BA60-7C8C-7574-B89006AD0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C4DE8B-2ACF-23A9-B780-7A6EFAA5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9BAA2-480E-BDCF-450D-9F8C567D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4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E8F9-83BA-BFAD-BE10-7D286AE23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757A-F722-D78F-3AA0-299D9686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BC46F-7AE6-F2F5-327F-B70FBD890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2B036-862A-21DB-5FBD-DFBDA9F7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61054-D510-4E1F-09BE-21556920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9D06B-A554-A2B6-F8A2-C3ACA35B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34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4843-09DC-F7E2-BDBC-8ECCCF0F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8D85D-3CD1-7CDA-587B-37CF23F75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9E8F1-948A-5B63-78BF-9A591CB8D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2FA3A-D0D8-D071-35AC-06CE06270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10DB-63CA-472A-72F7-5C44FCDC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5D866-1183-5293-4E87-61EB4B27C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909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2910-8B92-493B-4E55-250FC813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F051C-EE71-1B4A-4A1A-BEFBF56EE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B7582-456C-C811-81E1-F35AD585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76924-DFF6-9B30-CC33-627F5BBF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DFA16-759E-28C6-2328-D89D0C3C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9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061546-2A4A-909B-A4BF-F37ED8E8F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D99A4-8E89-CD8F-5443-68A15F11D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C4BDA-0C3F-30EC-B6D0-1FB11749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129F4-28B5-D560-5ED9-EF3BF6A0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6CDC8-D4EA-C25C-1C6D-8F689F3D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77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13647-A780-E9A2-0356-E2C1B2FB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936BA-3BD8-B33C-CF28-F2FE46216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322EF-3C68-FA33-BDA0-53ADDDADB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23FB8-D19A-42F8-AC78-709B5FA21839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301AF-B16C-F1F2-3409-E2E8E68EA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5F545-53E1-E51C-16AF-DCF030055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789AA-9703-459E-AEC8-A784C6D3F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97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0.png"/><Relationship Id="rId84" Type="http://schemas.openxmlformats.org/officeDocument/2006/relationships/customXml" Target="../ink/ink43.xml"/><Relationship Id="rId138" Type="http://schemas.openxmlformats.org/officeDocument/2006/relationships/image" Target="../media/image67.png"/><Relationship Id="rId159" Type="http://schemas.openxmlformats.org/officeDocument/2006/relationships/image" Target="../media/image77.png"/><Relationship Id="rId170" Type="http://schemas.openxmlformats.org/officeDocument/2006/relationships/customXml" Target="../ink/ink87.xml"/><Relationship Id="rId191" Type="http://schemas.openxmlformats.org/officeDocument/2006/relationships/customXml" Target="../ink/ink98.xml"/><Relationship Id="rId205" Type="http://schemas.openxmlformats.org/officeDocument/2006/relationships/customXml" Target="../ink/ink105.xml"/><Relationship Id="rId226" Type="http://schemas.openxmlformats.org/officeDocument/2006/relationships/customXml" Target="../ink/ink117.xml"/><Relationship Id="rId247" Type="http://schemas.openxmlformats.org/officeDocument/2006/relationships/image" Target="../media/image119.png"/><Relationship Id="rId107" Type="http://schemas.openxmlformats.org/officeDocument/2006/relationships/customXml" Target="../ink/ink55.xml"/><Relationship Id="rId268" Type="http://schemas.openxmlformats.org/officeDocument/2006/relationships/image" Target="../media/image129.png"/><Relationship Id="rId289" Type="http://schemas.openxmlformats.org/officeDocument/2006/relationships/image" Target="../media/image138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5.png"/><Relationship Id="rId74" Type="http://schemas.openxmlformats.org/officeDocument/2006/relationships/customXml" Target="../ink/ink38.xml"/><Relationship Id="rId128" Type="http://schemas.openxmlformats.org/officeDocument/2006/relationships/image" Target="../media/image62.png"/><Relationship Id="rId149" Type="http://schemas.openxmlformats.org/officeDocument/2006/relationships/customXml" Target="../ink/ink76.xml"/><Relationship Id="rId5" Type="http://schemas.openxmlformats.org/officeDocument/2006/relationships/image" Target="../media/image2.png"/><Relationship Id="rId95" Type="http://schemas.openxmlformats.org/officeDocument/2006/relationships/customXml" Target="../ink/ink49.xml"/><Relationship Id="rId160" Type="http://schemas.openxmlformats.org/officeDocument/2006/relationships/customXml" Target="../ink/ink82.xml"/><Relationship Id="rId181" Type="http://schemas.openxmlformats.org/officeDocument/2006/relationships/image" Target="../media/image88.png"/><Relationship Id="rId216" Type="http://schemas.openxmlformats.org/officeDocument/2006/relationships/image" Target="../media/image104.png"/><Relationship Id="rId237" Type="http://schemas.openxmlformats.org/officeDocument/2006/relationships/image" Target="../media/image114.png"/><Relationship Id="rId258" Type="http://schemas.openxmlformats.org/officeDocument/2006/relationships/image" Target="../media/image124.png"/><Relationship Id="rId279" Type="http://schemas.openxmlformats.org/officeDocument/2006/relationships/image" Target="../media/image134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3.xml"/><Relationship Id="rId118" Type="http://schemas.openxmlformats.org/officeDocument/2006/relationships/image" Target="../media/image57.png"/><Relationship Id="rId139" Type="http://schemas.openxmlformats.org/officeDocument/2006/relationships/customXml" Target="../ink/ink71.xml"/><Relationship Id="rId290" Type="http://schemas.openxmlformats.org/officeDocument/2006/relationships/customXml" Target="../ink/ink151.xml"/><Relationship Id="rId85" Type="http://schemas.openxmlformats.org/officeDocument/2006/relationships/image" Target="../media/image41.png"/><Relationship Id="rId150" Type="http://schemas.openxmlformats.org/officeDocument/2006/relationships/image" Target="../media/image73.png"/><Relationship Id="rId171" Type="http://schemas.openxmlformats.org/officeDocument/2006/relationships/image" Target="../media/image83.png"/><Relationship Id="rId192" Type="http://schemas.openxmlformats.org/officeDocument/2006/relationships/image" Target="../media/image93.png"/><Relationship Id="rId206" Type="http://schemas.openxmlformats.org/officeDocument/2006/relationships/customXml" Target="../ink/ink106.xml"/><Relationship Id="rId227" Type="http://schemas.openxmlformats.org/officeDocument/2006/relationships/image" Target="../media/image109.png"/><Relationship Id="rId248" Type="http://schemas.openxmlformats.org/officeDocument/2006/relationships/customXml" Target="../ink/ink128.xml"/><Relationship Id="rId269" Type="http://schemas.openxmlformats.org/officeDocument/2006/relationships/customXml" Target="../ink/ink139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image" Target="../media/image52.png"/><Relationship Id="rId129" Type="http://schemas.openxmlformats.org/officeDocument/2006/relationships/customXml" Target="../ink/ink66.xml"/><Relationship Id="rId280" Type="http://schemas.openxmlformats.org/officeDocument/2006/relationships/customXml" Target="../ink/ink145.xml"/><Relationship Id="rId54" Type="http://schemas.openxmlformats.org/officeDocument/2006/relationships/customXml" Target="../ink/ink28.xml"/><Relationship Id="rId75" Type="http://schemas.openxmlformats.org/officeDocument/2006/relationships/image" Target="../media/image36.png"/><Relationship Id="rId96" Type="http://schemas.openxmlformats.org/officeDocument/2006/relationships/image" Target="../media/image46.png"/><Relationship Id="rId140" Type="http://schemas.openxmlformats.org/officeDocument/2006/relationships/image" Target="../media/image68.png"/><Relationship Id="rId161" Type="http://schemas.openxmlformats.org/officeDocument/2006/relationships/image" Target="../media/image78.png"/><Relationship Id="rId182" Type="http://schemas.openxmlformats.org/officeDocument/2006/relationships/customXml" Target="../ink/ink93.xml"/><Relationship Id="rId217" Type="http://schemas.openxmlformats.org/officeDocument/2006/relationships/customXml" Target="../ink/ink112.xml"/><Relationship Id="rId6" Type="http://schemas.openxmlformats.org/officeDocument/2006/relationships/customXml" Target="../ink/ink3.xml"/><Relationship Id="rId238" Type="http://schemas.openxmlformats.org/officeDocument/2006/relationships/customXml" Target="../ink/ink123.xml"/><Relationship Id="rId259" Type="http://schemas.openxmlformats.org/officeDocument/2006/relationships/customXml" Target="../ink/ink134.xml"/><Relationship Id="rId23" Type="http://schemas.openxmlformats.org/officeDocument/2006/relationships/image" Target="../media/image11.png"/><Relationship Id="rId119" Type="http://schemas.openxmlformats.org/officeDocument/2006/relationships/customXml" Target="../ink/ink61.xml"/><Relationship Id="rId270" Type="http://schemas.openxmlformats.org/officeDocument/2006/relationships/image" Target="../media/image130.png"/><Relationship Id="rId291" Type="http://schemas.openxmlformats.org/officeDocument/2006/relationships/image" Target="../media/image139.png"/><Relationship Id="rId44" Type="http://schemas.openxmlformats.org/officeDocument/2006/relationships/customXml" Target="../ink/ink22.xml"/><Relationship Id="rId65" Type="http://schemas.openxmlformats.org/officeDocument/2006/relationships/image" Target="../media/image31.png"/><Relationship Id="rId86" Type="http://schemas.openxmlformats.org/officeDocument/2006/relationships/customXml" Target="../ink/ink44.xml"/><Relationship Id="rId130" Type="http://schemas.openxmlformats.org/officeDocument/2006/relationships/image" Target="../media/image63.png"/><Relationship Id="rId151" Type="http://schemas.openxmlformats.org/officeDocument/2006/relationships/customXml" Target="../ink/ink77.xml"/><Relationship Id="rId172" Type="http://schemas.openxmlformats.org/officeDocument/2006/relationships/customXml" Target="../ink/ink88.xml"/><Relationship Id="rId193" Type="http://schemas.openxmlformats.org/officeDocument/2006/relationships/customXml" Target="../ink/ink99.xml"/><Relationship Id="rId207" Type="http://schemas.openxmlformats.org/officeDocument/2006/relationships/customXml" Target="../ink/ink107.xml"/><Relationship Id="rId228" Type="http://schemas.openxmlformats.org/officeDocument/2006/relationships/customXml" Target="../ink/ink118.xml"/><Relationship Id="rId249" Type="http://schemas.openxmlformats.org/officeDocument/2006/relationships/image" Target="../media/image120.png"/><Relationship Id="rId13" Type="http://schemas.openxmlformats.org/officeDocument/2006/relationships/image" Target="../media/image6.png"/><Relationship Id="rId109" Type="http://schemas.openxmlformats.org/officeDocument/2006/relationships/customXml" Target="../ink/ink56.xml"/><Relationship Id="rId260" Type="http://schemas.openxmlformats.org/officeDocument/2006/relationships/image" Target="../media/image125.png"/><Relationship Id="rId281" Type="http://schemas.openxmlformats.org/officeDocument/2006/relationships/image" Target="../media/image135.png"/><Relationship Id="rId34" Type="http://schemas.openxmlformats.org/officeDocument/2006/relationships/customXml" Target="../ink/ink17.xml"/><Relationship Id="rId55" Type="http://schemas.openxmlformats.org/officeDocument/2006/relationships/image" Target="../media/image26.png"/><Relationship Id="rId76" Type="http://schemas.openxmlformats.org/officeDocument/2006/relationships/customXml" Target="../ink/ink39.xml"/><Relationship Id="rId97" Type="http://schemas.openxmlformats.org/officeDocument/2006/relationships/customXml" Target="../ink/ink50.xml"/><Relationship Id="rId120" Type="http://schemas.openxmlformats.org/officeDocument/2006/relationships/image" Target="../media/image58.png"/><Relationship Id="rId141" Type="http://schemas.openxmlformats.org/officeDocument/2006/relationships/customXml" Target="../ink/ink72.xml"/><Relationship Id="rId7" Type="http://schemas.openxmlformats.org/officeDocument/2006/relationships/image" Target="../media/image3.png"/><Relationship Id="rId71" Type="http://schemas.openxmlformats.org/officeDocument/2006/relationships/image" Target="../media/image34.png"/><Relationship Id="rId92" Type="http://schemas.openxmlformats.org/officeDocument/2006/relationships/customXml" Target="../ink/ink47.xml"/><Relationship Id="rId162" Type="http://schemas.openxmlformats.org/officeDocument/2006/relationships/customXml" Target="../ink/ink83.xml"/><Relationship Id="rId183" Type="http://schemas.openxmlformats.org/officeDocument/2006/relationships/image" Target="../media/image89.png"/><Relationship Id="rId213" Type="http://schemas.openxmlformats.org/officeDocument/2006/relationships/customXml" Target="../ink/ink110.xml"/><Relationship Id="rId218" Type="http://schemas.openxmlformats.org/officeDocument/2006/relationships/image" Target="../media/image105.png"/><Relationship Id="rId234" Type="http://schemas.openxmlformats.org/officeDocument/2006/relationships/customXml" Target="../ink/ink121.xml"/><Relationship Id="rId239" Type="http://schemas.openxmlformats.org/officeDocument/2006/relationships/image" Target="../media/image11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0" Type="http://schemas.openxmlformats.org/officeDocument/2006/relationships/customXml" Target="../ink/ink129.xml"/><Relationship Id="rId255" Type="http://schemas.openxmlformats.org/officeDocument/2006/relationships/customXml" Target="../ink/ink132.xml"/><Relationship Id="rId271" Type="http://schemas.openxmlformats.org/officeDocument/2006/relationships/customXml" Target="../ink/ink140.xml"/><Relationship Id="rId276" Type="http://schemas.openxmlformats.org/officeDocument/2006/relationships/customXml" Target="../ink/ink143.xml"/><Relationship Id="rId292" Type="http://schemas.openxmlformats.org/officeDocument/2006/relationships/customXml" Target="../ink/ink152.xml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4.xml"/><Relationship Id="rId87" Type="http://schemas.openxmlformats.org/officeDocument/2006/relationships/image" Target="../media/image42.png"/><Relationship Id="rId110" Type="http://schemas.openxmlformats.org/officeDocument/2006/relationships/image" Target="../media/image53.png"/><Relationship Id="rId115" Type="http://schemas.openxmlformats.org/officeDocument/2006/relationships/customXml" Target="../ink/ink59.xml"/><Relationship Id="rId131" Type="http://schemas.openxmlformats.org/officeDocument/2006/relationships/customXml" Target="../ink/ink67.xml"/><Relationship Id="rId136" Type="http://schemas.openxmlformats.org/officeDocument/2006/relationships/image" Target="../media/image66.png"/><Relationship Id="rId157" Type="http://schemas.openxmlformats.org/officeDocument/2006/relationships/image" Target="../media/image76.png"/><Relationship Id="rId178" Type="http://schemas.openxmlformats.org/officeDocument/2006/relationships/customXml" Target="../ink/ink91.xml"/><Relationship Id="rId61" Type="http://schemas.openxmlformats.org/officeDocument/2006/relationships/image" Target="../media/image29.png"/><Relationship Id="rId82" Type="http://schemas.openxmlformats.org/officeDocument/2006/relationships/customXml" Target="../ink/ink42.xml"/><Relationship Id="rId152" Type="http://schemas.openxmlformats.org/officeDocument/2006/relationships/customXml" Target="../ink/ink78.xml"/><Relationship Id="rId173" Type="http://schemas.openxmlformats.org/officeDocument/2006/relationships/image" Target="../media/image84.png"/><Relationship Id="rId194" Type="http://schemas.openxmlformats.org/officeDocument/2006/relationships/image" Target="../media/image94.png"/><Relationship Id="rId199" Type="http://schemas.openxmlformats.org/officeDocument/2006/relationships/customXml" Target="../ink/ink102.xml"/><Relationship Id="rId203" Type="http://schemas.openxmlformats.org/officeDocument/2006/relationships/customXml" Target="../ink/ink104.xml"/><Relationship Id="rId208" Type="http://schemas.openxmlformats.org/officeDocument/2006/relationships/image" Target="../media/image100.png"/><Relationship Id="rId229" Type="http://schemas.openxmlformats.org/officeDocument/2006/relationships/image" Target="../media/image110.png"/><Relationship Id="rId19" Type="http://schemas.openxmlformats.org/officeDocument/2006/relationships/image" Target="../media/image9.png"/><Relationship Id="rId224" Type="http://schemas.openxmlformats.org/officeDocument/2006/relationships/customXml" Target="../ink/ink116.xml"/><Relationship Id="rId240" Type="http://schemas.openxmlformats.org/officeDocument/2006/relationships/customXml" Target="../ink/ink124.xml"/><Relationship Id="rId245" Type="http://schemas.openxmlformats.org/officeDocument/2006/relationships/image" Target="../media/image118.png"/><Relationship Id="rId261" Type="http://schemas.openxmlformats.org/officeDocument/2006/relationships/customXml" Target="../ink/ink135.xml"/><Relationship Id="rId266" Type="http://schemas.openxmlformats.org/officeDocument/2006/relationships/image" Target="../media/image128.png"/><Relationship Id="rId287" Type="http://schemas.openxmlformats.org/officeDocument/2006/relationships/customXml" Target="../ink/ink149.xml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9.xml"/><Relationship Id="rId77" Type="http://schemas.openxmlformats.org/officeDocument/2006/relationships/image" Target="../media/image37.png"/><Relationship Id="rId100" Type="http://schemas.openxmlformats.org/officeDocument/2006/relationships/image" Target="../media/image48.png"/><Relationship Id="rId105" Type="http://schemas.openxmlformats.org/officeDocument/2006/relationships/customXml" Target="../ink/ink54.xml"/><Relationship Id="rId126" Type="http://schemas.openxmlformats.org/officeDocument/2006/relationships/image" Target="../media/image61.png"/><Relationship Id="rId147" Type="http://schemas.openxmlformats.org/officeDocument/2006/relationships/customXml" Target="../ink/ink75.xml"/><Relationship Id="rId168" Type="http://schemas.openxmlformats.org/officeDocument/2006/relationships/customXml" Target="../ink/ink86.xml"/><Relationship Id="rId282" Type="http://schemas.openxmlformats.org/officeDocument/2006/relationships/customXml" Target="../ink/ink146.xml"/><Relationship Id="rId8" Type="http://schemas.openxmlformats.org/officeDocument/2006/relationships/customXml" Target="../ink/ink4.xml"/><Relationship Id="rId51" Type="http://schemas.openxmlformats.org/officeDocument/2006/relationships/image" Target="../media/image24.png"/><Relationship Id="rId72" Type="http://schemas.openxmlformats.org/officeDocument/2006/relationships/customXml" Target="../ink/ink37.xml"/><Relationship Id="rId93" Type="http://schemas.openxmlformats.org/officeDocument/2006/relationships/customXml" Target="../ink/ink48.xml"/><Relationship Id="rId98" Type="http://schemas.openxmlformats.org/officeDocument/2006/relationships/image" Target="../media/image47.png"/><Relationship Id="rId121" Type="http://schemas.openxmlformats.org/officeDocument/2006/relationships/customXml" Target="../ink/ink62.xml"/><Relationship Id="rId142" Type="http://schemas.openxmlformats.org/officeDocument/2006/relationships/image" Target="../media/image69.png"/><Relationship Id="rId163" Type="http://schemas.openxmlformats.org/officeDocument/2006/relationships/image" Target="../media/image79.png"/><Relationship Id="rId184" Type="http://schemas.openxmlformats.org/officeDocument/2006/relationships/customXml" Target="../ink/ink94.xml"/><Relationship Id="rId189" Type="http://schemas.openxmlformats.org/officeDocument/2006/relationships/customXml" Target="../ink/ink97.xml"/><Relationship Id="rId219" Type="http://schemas.openxmlformats.org/officeDocument/2006/relationships/customXml" Target="../ink/ink113.xml"/><Relationship Id="rId3" Type="http://schemas.openxmlformats.org/officeDocument/2006/relationships/image" Target="../media/image1.png"/><Relationship Id="rId214" Type="http://schemas.openxmlformats.org/officeDocument/2006/relationships/image" Target="../media/image103.png"/><Relationship Id="rId230" Type="http://schemas.openxmlformats.org/officeDocument/2006/relationships/customXml" Target="../ink/ink119.xml"/><Relationship Id="rId235" Type="http://schemas.openxmlformats.org/officeDocument/2006/relationships/image" Target="../media/image113.png"/><Relationship Id="rId251" Type="http://schemas.openxmlformats.org/officeDocument/2006/relationships/image" Target="../media/image121.png"/><Relationship Id="rId256" Type="http://schemas.openxmlformats.org/officeDocument/2006/relationships/image" Target="../media/image123.png"/><Relationship Id="rId277" Type="http://schemas.openxmlformats.org/officeDocument/2006/relationships/image" Target="../media/image133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2.png"/><Relationship Id="rId116" Type="http://schemas.openxmlformats.org/officeDocument/2006/relationships/image" Target="../media/image56.png"/><Relationship Id="rId137" Type="http://schemas.openxmlformats.org/officeDocument/2006/relationships/customXml" Target="../ink/ink70.xml"/><Relationship Id="rId158" Type="http://schemas.openxmlformats.org/officeDocument/2006/relationships/customXml" Target="../ink/ink81.xml"/><Relationship Id="rId272" Type="http://schemas.openxmlformats.org/officeDocument/2006/relationships/image" Target="../media/image131.png"/><Relationship Id="rId293" Type="http://schemas.openxmlformats.org/officeDocument/2006/relationships/image" Target="../media/image140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2.xml"/><Relationship Id="rId83" Type="http://schemas.openxmlformats.org/officeDocument/2006/relationships/image" Target="../media/image40.png"/><Relationship Id="rId88" Type="http://schemas.openxmlformats.org/officeDocument/2006/relationships/customXml" Target="../ink/ink45.xml"/><Relationship Id="rId111" Type="http://schemas.openxmlformats.org/officeDocument/2006/relationships/customXml" Target="../ink/ink57.xml"/><Relationship Id="rId132" Type="http://schemas.openxmlformats.org/officeDocument/2006/relationships/image" Target="../media/image64.png"/><Relationship Id="rId153" Type="http://schemas.openxmlformats.org/officeDocument/2006/relationships/image" Target="../media/image74.png"/><Relationship Id="rId174" Type="http://schemas.openxmlformats.org/officeDocument/2006/relationships/customXml" Target="../ink/ink89.xml"/><Relationship Id="rId179" Type="http://schemas.openxmlformats.org/officeDocument/2006/relationships/image" Target="../media/image87.png"/><Relationship Id="rId195" Type="http://schemas.openxmlformats.org/officeDocument/2006/relationships/customXml" Target="../ink/ink100.xml"/><Relationship Id="rId209" Type="http://schemas.openxmlformats.org/officeDocument/2006/relationships/customXml" Target="../ink/ink108.xml"/><Relationship Id="rId190" Type="http://schemas.openxmlformats.org/officeDocument/2006/relationships/image" Target="../media/image92.png"/><Relationship Id="rId204" Type="http://schemas.openxmlformats.org/officeDocument/2006/relationships/image" Target="../media/image99.png"/><Relationship Id="rId220" Type="http://schemas.openxmlformats.org/officeDocument/2006/relationships/image" Target="../media/image106.png"/><Relationship Id="rId225" Type="http://schemas.openxmlformats.org/officeDocument/2006/relationships/image" Target="../media/image108.png"/><Relationship Id="rId241" Type="http://schemas.openxmlformats.org/officeDocument/2006/relationships/image" Target="../media/image116.png"/><Relationship Id="rId246" Type="http://schemas.openxmlformats.org/officeDocument/2006/relationships/customXml" Target="../ink/ink127.xml"/><Relationship Id="rId267" Type="http://schemas.openxmlformats.org/officeDocument/2006/relationships/customXml" Target="../ink/ink138.xml"/><Relationship Id="rId288" Type="http://schemas.openxmlformats.org/officeDocument/2006/relationships/customXml" Target="../ink/ink150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7.png"/><Relationship Id="rId106" Type="http://schemas.openxmlformats.org/officeDocument/2006/relationships/image" Target="../media/image51.png"/><Relationship Id="rId127" Type="http://schemas.openxmlformats.org/officeDocument/2006/relationships/customXml" Target="../ink/ink65.xml"/><Relationship Id="rId262" Type="http://schemas.openxmlformats.org/officeDocument/2006/relationships/image" Target="../media/image126.png"/><Relationship Id="rId283" Type="http://schemas.openxmlformats.org/officeDocument/2006/relationships/image" Target="../media/image13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7.xml"/><Relationship Id="rId73" Type="http://schemas.openxmlformats.org/officeDocument/2006/relationships/image" Target="../media/image35.png"/><Relationship Id="rId78" Type="http://schemas.openxmlformats.org/officeDocument/2006/relationships/customXml" Target="../ink/ink40.xml"/><Relationship Id="rId94" Type="http://schemas.openxmlformats.org/officeDocument/2006/relationships/image" Target="../media/image45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image" Target="../media/image59.png"/><Relationship Id="rId143" Type="http://schemas.openxmlformats.org/officeDocument/2006/relationships/customXml" Target="../ink/ink73.xml"/><Relationship Id="rId148" Type="http://schemas.openxmlformats.org/officeDocument/2006/relationships/image" Target="../media/image72.png"/><Relationship Id="rId164" Type="http://schemas.openxmlformats.org/officeDocument/2006/relationships/customXml" Target="../ink/ink84.xml"/><Relationship Id="rId169" Type="http://schemas.openxmlformats.org/officeDocument/2006/relationships/image" Target="../media/image82.png"/><Relationship Id="rId185" Type="http://schemas.openxmlformats.org/officeDocument/2006/relationships/customXml" Target="../ink/ink9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2.xml"/><Relationship Id="rId210" Type="http://schemas.openxmlformats.org/officeDocument/2006/relationships/image" Target="../media/image101.png"/><Relationship Id="rId215" Type="http://schemas.openxmlformats.org/officeDocument/2006/relationships/customXml" Target="../ink/ink111.xml"/><Relationship Id="rId236" Type="http://schemas.openxmlformats.org/officeDocument/2006/relationships/customXml" Target="../ink/ink122.xml"/><Relationship Id="rId257" Type="http://schemas.openxmlformats.org/officeDocument/2006/relationships/customXml" Target="../ink/ink133.xml"/><Relationship Id="rId278" Type="http://schemas.openxmlformats.org/officeDocument/2006/relationships/customXml" Target="../ink/ink144.xml"/><Relationship Id="rId26" Type="http://schemas.openxmlformats.org/officeDocument/2006/relationships/customXml" Target="../ink/ink13.xml"/><Relationship Id="rId231" Type="http://schemas.openxmlformats.org/officeDocument/2006/relationships/image" Target="../media/image111.png"/><Relationship Id="rId252" Type="http://schemas.openxmlformats.org/officeDocument/2006/relationships/customXml" Target="../ink/ink130.xml"/><Relationship Id="rId273" Type="http://schemas.openxmlformats.org/officeDocument/2006/relationships/customXml" Target="../ink/ink141.xml"/><Relationship Id="rId294" Type="http://schemas.openxmlformats.org/officeDocument/2006/relationships/customXml" Target="../ink/ink153.xml"/><Relationship Id="rId47" Type="http://schemas.openxmlformats.org/officeDocument/2006/relationships/customXml" Target="../ink/ink24.xml"/><Relationship Id="rId68" Type="http://schemas.openxmlformats.org/officeDocument/2006/relationships/customXml" Target="../ink/ink35.xml"/><Relationship Id="rId89" Type="http://schemas.openxmlformats.org/officeDocument/2006/relationships/image" Target="../media/image43.png"/><Relationship Id="rId112" Type="http://schemas.openxmlformats.org/officeDocument/2006/relationships/image" Target="../media/image54.png"/><Relationship Id="rId133" Type="http://schemas.openxmlformats.org/officeDocument/2006/relationships/customXml" Target="../ink/ink68.xml"/><Relationship Id="rId154" Type="http://schemas.openxmlformats.org/officeDocument/2006/relationships/customXml" Target="../ink/ink79.xml"/><Relationship Id="rId175" Type="http://schemas.openxmlformats.org/officeDocument/2006/relationships/image" Target="../media/image85.png"/><Relationship Id="rId196" Type="http://schemas.openxmlformats.org/officeDocument/2006/relationships/image" Target="../media/image95.png"/><Relationship Id="rId200" Type="http://schemas.openxmlformats.org/officeDocument/2006/relationships/image" Target="../media/image97.png"/><Relationship Id="rId16" Type="http://schemas.openxmlformats.org/officeDocument/2006/relationships/customXml" Target="../ink/ink8.xml"/><Relationship Id="rId221" Type="http://schemas.openxmlformats.org/officeDocument/2006/relationships/customXml" Target="../ink/ink114.xml"/><Relationship Id="rId242" Type="http://schemas.openxmlformats.org/officeDocument/2006/relationships/customXml" Target="../ink/ink125.xml"/><Relationship Id="rId263" Type="http://schemas.openxmlformats.org/officeDocument/2006/relationships/customXml" Target="../ink/ink136.xml"/><Relationship Id="rId284" Type="http://schemas.openxmlformats.org/officeDocument/2006/relationships/customXml" Target="../ink/ink147.xml"/><Relationship Id="rId37" Type="http://schemas.openxmlformats.org/officeDocument/2006/relationships/image" Target="../media/image18.png"/><Relationship Id="rId58" Type="http://schemas.openxmlformats.org/officeDocument/2006/relationships/customXml" Target="../ink/ink30.xml"/><Relationship Id="rId79" Type="http://schemas.openxmlformats.org/officeDocument/2006/relationships/image" Target="../media/image38.png"/><Relationship Id="rId102" Type="http://schemas.openxmlformats.org/officeDocument/2006/relationships/image" Target="../media/image49.png"/><Relationship Id="rId123" Type="http://schemas.openxmlformats.org/officeDocument/2006/relationships/customXml" Target="../ink/ink63.xml"/><Relationship Id="rId144" Type="http://schemas.openxmlformats.org/officeDocument/2006/relationships/image" Target="../media/image70.png"/><Relationship Id="rId90" Type="http://schemas.openxmlformats.org/officeDocument/2006/relationships/customXml" Target="../ink/ink46.xml"/><Relationship Id="rId165" Type="http://schemas.openxmlformats.org/officeDocument/2006/relationships/image" Target="../media/image80.png"/><Relationship Id="rId186" Type="http://schemas.openxmlformats.org/officeDocument/2006/relationships/image" Target="../media/image90.png"/><Relationship Id="rId211" Type="http://schemas.openxmlformats.org/officeDocument/2006/relationships/customXml" Target="../ink/ink109.xml"/><Relationship Id="rId232" Type="http://schemas.openxmlformats.org/officeDocument/2006/relationships/customXml" Target="../ink/ink120.xml"/><Relationship Id="rId253" Type="http://schemas.openxmlformats.org/officeDocument/2006/relationships/customXml" Target="../ink/ink131.xml"/><Relationship Id="rId274" Type="http://schemas.openxmlformats.org/officeDocument/2006/relationships/customXml" Target="../ink/ink142.xml"/><Relationship Id="rId295" Type="http://schemas.openxmlformats.org/officeDocument/2006/relationships/image" Target="../media/image141.png"/><Relationship Id="rId27" Type="http://schemas.openxmlformats.org/officeDocument/2006/relationships/image" Target="../media/image13.png"/><Relationship Id="rId48" Type="http://schemas.openxmlformats.org/officeDocument/2006/relationships/image" Target="../media/image23.png"/><Relationship Id="rId69" Type="http://schemas.openxmlformats.org/officeDocument/2006/relationships/image" Target="../media/image33.png"/><Relationship Id="rId113" Type="http://schemas.openxmlformats.org/officeDocument/2006/relationships/customXml" Target="../ink/ink58.xml"/><Relationship Id="rId134" Type="http://schemas.openxmlformats.org/officeDocument/2006/relationships/image" Target="../media/image65.png"/><Relationship Id="rId80" Type="http://schemas.openxmlformats.org/officeDocument/2006/relationships/customXml" Target="../ink/ink41.xml"/><Relationship Id="rId155" Type="http://schemas.openxmlformats.org/officeDocument/2006/relationships/image" Target="../media/image75.png"/><Relationship Id="rId176" Type="http://schemas.openxmlformats.org/officeDocument/2006/relationships/customXml" Target="../ink/ink90.xml"/><Relationship Id="rId197" Type="http://schemas.openxmlformats.org/officeDocument/2006/relationships/customXml" Target="../ink/ink101.xml"/><Relationship Id="rId201" Type="http://schemas.openxmlformats.org/officeDocument/2006/relationships/customXml" Target="../ink/ink103.xml"/><Relationship Id="rId222" Type="http://schemas.openxmlformats.org/officeDocument/2006/relationships/image" Target="../media/image107.png"/><Relationship Id="rId243" Type="http://schemas.openxmlformats.org/officeDocument/2006/relationships/image" Target="../media/image117.png"/><Relationship Id="rId264" Type="http://schemas.openxmlformats.org/officeDocument/2006/relationships/image" Target="../media/image127.png"/><Relationship Id="rId285" Type="http://schemas.openxmlformats.org/officeDocument/2006/relationships/image" Target="../media/image13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8.png"/><Relationship Id="rId103" Type="http://schemas.openxmlformats.org/officeDocument/2006/relationships/customXml" Target="../ink/ink53.xml"/><Relationship Id="rId124" Type="http://schemas.openxmlformats.org/officeDocument/2006/relationships/image" Target="../media/image60.png"/><Relationship Id="rId70" Type="http://schemas.openxmlformats.org/officeDocument/2006/relationships/customXml" Target="../ink/ink36.xml"/><Relationship Id="rId91" Type="http://schemas.openxmlformats.org/officeDocument/2006/relationships/image" Target="../media/image44.png"/><Relationship Id="rId145" Type="http://schemas.openxmlformats.org/officeDocument/2006/relationships/customXml" Target="../ink/ink74.xml"/><Relationship Id="rId166" Type="http://schemas.openxmlformats.org/officeDocument/2006/relationships/customXml" Target="../ink/ink85.xml"/><Relationship Id="rId187" Type="http://schemas.openxmlformats.org/officeDocument/2006/relationships/customXml" Target="../ink/ink9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2.png"/><Relationship Id="rId233" Type="http://schemas.openxmlformats.org/officeDocument/2006/relationships/image" Target="../media/image112.png"/><Relationship Id="rId254" Type="http://schemas.openxmlformats.org/officeDocument/2006/relationships/image" Target="../media/image122.png"/><Relationship Id="rId28" Type="http://schemas.openxmlformats.org/officeDocument/2006/relationships/customXml" Target="../ink/ink14.xml"/><Relationship Id="rId49" Type="http://schemas.openxmlformats.org/officeDocument/2006/relationships/customXml" Target="../ink/ink25.xml"/><Relationship Id="rId114" Type="http://schemas.openxmlformats.org/officeDocument/2006/relationships/image" Target="../media/image55.png"/><Relationship Id="rId275" Type="http://schemas.openxmlformats.org/officeDocument/2006/relationships/image" Target="../media/image132.png"/><Relationship Id="rId60" Type="http://schemas.openxmlformats.org/officeDocument/2006/relationships/customXml" Target="../ink/ink31.xml"/><Relationship Id="rId81" Type="http://schemas.openxmlformats.org/officeDocument/2006/relationships/image" Target="../media/image39.png"/><Relationship Id="rId135" Type="http://schemas.openxmlformats.org/officeDocument/2006/relationships/customXml" Target="../ink/ink69.xml"/><Relationship Id="rId156" Type="http://schemas.openxmlformats.org/officeDocument/2006/relationships/customXml" Target="../ink/ink80.xml"/><Relationship Id="rId177" Type="http://schemas.openxmlformats.org/officeDocument/2006/relationships/image" Target="../media/image86.png"/><Relationship Id="rId198" Type="http://schemas.openxmlformats.org/officeDocument/2006/relationships/image" Target="../media/image96.png"/><Relationship Id="rId202" Type="http://schemas.openxmlformats.org/officeDocument/2006/relationships/image" Target="../media/image98.png"/><Relationship Id="rId223" Type="http://schemas.openxmlformats.org/officeDocument/2006/relationships/customXml" Target="../ink/ink115.xml"/><Relationship Id="rId244" Type="http://schemas.openxmlformats.org/officeDocument/2006/relationships/customXml" Target="../ink/ink126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7.xml"/><Relationship Id="rId286" Type="http://schemas.openxmlformats.org/officeDocument/2006/relationships/customXml" Target="../ink/ink148.xml"/><Relationship Id="rId50" Type="http://schemas.openxmlformats.org/officeDocument/2006/relationships/customXml" Target="../ink/ink26.xml"/><Relationship Id="rId104" Type="http://schemas.openxmlformats.org/officeDocument/2006/relationships/image" Target="../media/image50.png"/><Relationship Id="rId125" Type="http://schemas.openxmlformats.org/officeDocument/2006/relationships/customXml" Target="../ink/ink64.xml"/><Relationship Id="rId146" Type="http://schemas.openxmlformats.org/officeDocument/2006/relationships/image" Target="../media/image71.png"/><Relationship Id="rId167" Type="http://schemas.openxmlformats.org/officeDocument/2006/relationships/image" Target="../media/image81.png"/><Relationship Id="rId188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DE0C-C9BB-3E10-4CC4-F884C5E69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36" y="1574942"/>
            <a:ext cx="10963564" cy="2387600"/>
          </a:xfrm>
        </p:spPr>
        <p:txBody>
          <a:bodyPr>
            <a:normAutofit/>
          </a:bodyPr>
          <a:lstStyle/>
          <a:p>
            <a:r>
              <a:rPr lang="en-GB" sz="3600" b="1" dirty="0"/>
              <a:t>Project</a:t>
            </a:r>
            <a:br>
              <a:rPr lang="en-GB" sz="3600" b="1" dirty="0"/>
            </a:br>
            <a:r>
              <a:rPr lang="en-GB" sz="3600" b="1" dirty="0"/>
              <a:t>Malicious Code and Its Solution Implementation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885986-1046-B7A0-C95C-C12B2167A644}"/>
              </a:ext>
            </a:extLst>
          </p:cNvPr>
          <p:cNvSpPr txBox="1">
            <a:spLocks/>
          </p:cNvSpPr>
          <p:nvPr/>
        </p:nvSpPr>
        <p:spPr>
          <a:xfrm>
            <a:off x="0" y="6361545"/>
            <a:ext cx="6811816" cy="49645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/>
              <a:t>Course: Introduction to Cybersecurity </a:t>
            </a:r>
          </a:p>
          <a:p>
            <a:pPr algn="l"/>
            <a:r>
              <a:rPr lang="en-GB" dirty="0"/>
              <a:t>Taught by: PICH Reatrey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7A7D8-2F5E-1CDF-2FF2-E33632535E63}"/>
              </a:ext>
            </a:extLst>
          </p:cNvPr>
          <p:cNvSpPr txBox="1"/>
          <p:nvPr/>
        </p:nvSpPr>
        <p:spPr>
          <a:xfrm>
            <a:off x="0" y="1027579"/>
            <a:ext cx="121285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CADT</a:t>
            </a:r>
            <a:br>
              <a:rPr lang="en-GB" sz="4000" dirty="0"/>
            </a:br>
            <a:r>
              <a:rPr lang="en-GB" sz="4000" dirty="0"/>
              <a:t>Software Engineer</a:t>
            </a:r>
          </a:p>
        </p:txBody>
      </p:sp>
    </p:spTree>
    <p:extLst>
      <p:ext uri="{BB962C8B-B14F-4D97-AF65-F5344CB8AC3E}">
        <p14:creationId xmlns:p14="http://schemas.microsoft.com/office/powerpoint/2010/main" val="101772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37598-BC97-A9B6-4D02-BBFB968B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Project’s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7BEBC-CA5A-F1E3-F5C6-526BF1798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“Malicious Code and Its Solution Implementation”:</a:t>
            </a:r>
          </a:p>
          <a:p>
            <a:r>
              <a:rPr lang="en-GB" dirty="0"/>
              <a:t>Malicious Code: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Students need to build one malicious code which contains three main purposes( This purpose is the most recent and famous in this decade) </a:t>
            </a:r>
          </a:p>
          <a:p>
            <a:r>
              <a:rPr lang="en-GB" dirty="0"/>
              <a:t>Malicious Code Process Pipeline: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D6C3EE-55C1-05D1-FBF1-71D182467A93}"/>
              </a:ext>
            </a:extLst>
          </p:cNvPr>
          <p:cNvSpPr/>
          <p:nvPr/>
        </p:nvSpPr>
        <p:spPr>
          <a:xfrm>
            <a:off x="1163782" y="4331855"/>
            <a:ext cx="1745673" cy="46181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Malicious Code Implementation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098379-48F4-3737-ECAC-5C37E645C3DC}"/>
              </a:ext>
            </a:extLst>
          </p:cNvPr>
          <p:cNvSpPr/>
          <p:nvPr/>
        </p:nvSpPr>
        <p:spPr>
          <a:xfrm>
            <a:off x="3061855" y="4331855"/>
            <a:ext cx="1745673" cy="46181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2 Malicious Code Delivery Techniques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5FCFFA-14F6-779B-9C1B-5531349B1063}"/>
              </a:ext>
            </a:extLst>
          </p:cNvPr>
          <p:cNvSpPr/>
          <p:nvPr/>
        </p:nvSpPr>
        <p:spPr>
          <a:xfrm>
            <a:off x="4959928" y="4331855"/>
            <a:ext cx="2530763" cy="46181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2 Malicious Code Auto Executing Techniques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E3B22B-7447-F317-B45E-6FC8536814A1}"/>
              </a:ext>
            </a:extLst>
          </p:cNvPr>
          <p:cNvSpPr/>
          <p:nvPr/>
        </p:nvSpPr>
        <p:spPr>
          <a:xfrm>
            <a:off x="7643091" y="4331855"/>
            <a:ext cx="1745673" cy="46181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2 Techniques of Malicious Code Spreading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F23114-02EB-8FC7-1CF6-1EB1BDB99A91}"/>
              </a:ext>
            </a:extLst>
          </p:cNvPr>
          <p:cNvSpPr/>
          <p:nvPr/>
        </p:nvSpPr>
        <p:spPr>
          <a:xfrm>
            <a:off x="3061855" y="5023500"/>
            <a:ext cx="1745673" cy="46181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2 Techniques of Anti Malicious Code Delivery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D1C737-CC5B-3180-F3BF-7CA71704C2DB}"/>
              </a:ext>
            </a:extLst>
          </p:cNvPr>
          <p:cNvSpPr/>
          <p:nvPr/>
        </p:nvSpPr>
        <p:spPr>
          <a:xfrm>
            <a:off x="4959928" y="5023500"/>
            <a:ext cx="2530763" cy="46181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2 Techniques of Anti Malicious Code Auto Executing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6FBD82-49D0-9493-C79E-4656A27E5163}"/>
              </a:ext>
            </a:extLst>
          </p:cNvPr>
          <p:cNvSpPr/>
          <p:nvPr/>
        </p:nvSpPr>
        <p:spPr>
          <a:xfrm>
            <a:off x="7643091" y="5023500"/>
            <a:ext cx="1745673" cy="46181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2 Techniques of Anti Malicious Code Spreading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FB3F6B-479C-C592-F60F-9402ABD82910}"/>
              </a:ext>
            </a:extLst>
          </p:cNvPr>
          <p:cNvSpPr/>
          <p:nvPr/>
        </p:nvSpPr>
        <p:spPr>
          <a:xfrm>
            <a:off x="9541164" y="5023500"/>
            <a:ext cx="1745673" cy="46181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Anti Malicious Code Implementation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767062FC-3243-E0E9-D71E-8869D901E607}"/>
              </a:ext>
            </a:extLst>
          </p:cNvPr>
          <p:cNvSpPr/>
          <p:nvPr/>
        </p:nvSpPr>
        <p:spPr>
          <a:xfrm rot="5400000">
            <a:off x="6063671" y="653617"/>
            <a:ext cx="323273" cy="101230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DFD8F2-9E0B-E536-6411-702332804544}"/>
              </a:ext>
            </a:extLst>
          </p:cNvPr>
          <p:cNvSpPr/>
          <p:nvPr/>
        </p:nvSpPr>
        <p:spPr>
          <a:xfrm>
            <a:off x="3454398" y="5954208"/>
            <a:ext cx="5541818" cy="57496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The Process will be made and executed in set up environment</a:t>
            </a:r>
          </a:p>
        </p:txBody>
      </p:sp>
    </p:spTree>
    <p:extLst>
      <p:ext uri="{BB962C8B-B14F-4D97-AF65-F5344CB8AC3E}">
        <p14:creationId xmlns:p14="http://schemas.microsoft.com/office/powerpoint/2010/main" val="340726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C521-EE8E-360E-04F5-23AFD1E6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Project’s Rule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DA3C82-6E33-58A4-44A2-1909F4A14A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9105461"/>
              </p:ext>
            </p:extLst>
          </p:nvPr>
        </p:nvGraphicFramePr>
        <p:xfrm>
          <a:off x="988292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3EA948-0946-B31B-83BF-3D6054EBAEDC}"/>
              </a:ext>
            </a:extLst>
          </p:cNvPr>
          <p:cNvSpPr txBox="1"/>
          <p:nvPr/>
        </p:nvSpPr>
        <p:spPr>
          <a:xfrm>
            <a:off x="914400" y="1621593"/>
            <a:ext cx="82018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It is a 5 weeks project and considered to be the additional tasks in this course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Students need to work as groups(Even and Odd Number Based on previous semester results)  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1DE476BE-B307-F36C-74FD-C79DCB187417}"/>
              </a:ext>
            </a:extLst>
          </p:cNvPr>
          <p:cNvSpPr/>
          <p:nvPr/>
        </p:nvSpPr>
        <p:spPr>
          <a:xfrm>
            <a:off x="1126836" y="4904509"/>
            <a:ext cx="2789382" cy="1080655"/>
          </a:xfrm>
          <a:prstGeom prst="borderCallout2">
            <a:avLst>
              <a:gd name="adj1" fmla="val 44147"/>
              <a:gd name="adj2" fmla="val -2042"/>
              <a:gd name="adj3" fmla="val -8235"/>
              <a:gd name="adj4" fmla="val -9052"/>
              <a:gd name="adj5" fmla="val -68453"/>
              <a:gd name="adj6" fmla="val -4614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Task Division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&lt; --- </a:t>
            </a:r>
            <a:r>
              <a:rPr lang="en-GB" dirty="0">
                <a:solidFill>
                  <a:srgbClr val="FF0000"/>
                </a:solidFill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Project Action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Selected Technology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D7F62219-D563-B991-3989-DFBE74BCBE71}"/>
              </a:ext>
            </a:extLst>
          </p:cNvPr>
          <p:cNvSpPr/>
          <p:nvPr/>
        </p:nvSpPr>
        <p:spPr>
          <a:xfrm>
            <a:off x="1126836" y="2865719"/>
            <a:ext cx="2789382" cy="581891"/>
          </a:xfrm>
          <a:prstGeom prst="borderCallout2">
            <a:avLst>
              <a:gd name="adj1" fmla="val 48909"/>
              <a:gd name="adj2" fmla="val 100276"/>
              <a:gd name="adj3" fmla="val 98115"/>
              <a:gd name="adj4" fmla="val 104856"/>
              <a:gd name="adj5" fmla="val 161706"/>
              <a:gd name="adj6" fmla="val 9869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Progress Report</a:t>
            </a:r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49266DE2-243C-50AD-5883-67733B296935}"/>
              </a:ext>
            </a:extLst>
          </p:cNvPr>
          <p:cNvSpPr/>
          <p:nvPr/>
        </p:nvSpPr>
        <p:spPr>
          <a:xfrm>
            <a:off x="4595090" y="4904509"/>
            <a:ext cx="2789382" cy="1080655"/>
          </a:xfrm>
          <a:prstGeom prst="borderCallout2">
            <a:avLst>
              <a:gd name="adj1" fmla="val 44147"/>
              <a:gd name="adj2" fmla="val -2042"/>
              <a:gd name="adj3" fmla="val -8235"/>
              <a:gd name="adj4" fmla="val -9052"/>
              <a:gd name="adj5" fmla="val -68453"/>
              <a:gd name="adj6" fmla="val -46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Mid Progress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One Solution Submission </a:t>
            </a:r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AD65924E-B797-623E-21C5-3EC22BB669C4}"/>
              </a:ext>
            </a:extLst>
          </p:cNvPr>
          <p:cNvSpPr/>
          <p:nvPr/>
        </p:nvSpPr>
        <p:spPr>
          <a:xfrm>
            <a:off x="4595090" y="2865719"/>
            <a:ext cx="2789382" cy="581891"/>
          </a:xfrm>
          <a:prstGeom prst="borderCallout2">
            <a:avLst>
              <a:gd name="adj1" fmla="val 48909"/>
              <a:gd name="adj2" fmla="val 100276"/>
              <a:gd name="adj3" fmla="val 98115"/>
              <a:gd name="adj4" fmla="val 104856"/>
              <a:gd name="adj5" fmla="val 161706"/>
              <a:gd name="adj6" fmla="val 9869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Progress Report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3CF25D89-5A85-4742-2686-546B9C5456A0}"/>
              </a:ext>
            </a:extLst>
          </p:cNvPr>
          <p:cNvSpPr/>
          <p:nvPr/>
        </p:nvSpPr>
        <p:spPr>
          <a:xfrm>
            <a:off x="9402618" y="3447610"/>
            <a:ext cx="2789382" cy="1456899"/>
          </a:xfrm>
          <a:prstGeom prst="borderCallout2">
            <a:avLst>
              <a:gd name="adj1" fmla="val 44147"/>
              <a:gd name="adj2" fmla="val -2042"/>
              <a:gd name="adj3" fmla="val 48908"/>
              <a:gd name="adj4" fmla="val -2098"/>
              <a:gd name="adj5" fmla="val 49007"/>
              <a:gd name="adj6" fmla="val -95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Project Work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Final Report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Project Defence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751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C39C-7859-7663-794D-4E971791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Drawing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54AC0-8356-FBE9-B6BE-BB81339CC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a group work</a:t>
            </a:r>
          </a:p>
          <a:p>
            <a:r>
              <a:rPr lang="en-GB" dirty="0"/>
              <a:t>Students stay in the boat </a:t>
            </a:r>
          </a:p>
          <a:p>
            <a:r>
              <a:rPr lang="en-GB" dirty="0"/>
              <a:t>Team Leader needs to report immediately if members refuse to work or ignore the work</a:t>
            </a:r>
          </a:p>
          <a:p>
            <a:r>
              <a:rPr lang="en-GB" dirty="0"/>
              <a:t>Team members need to report immediately if team leader or other members refuse to work or ignore the work or force to work anomaly </a:t>
            </a:r>
          </a:p>
          <a:p>
            <a:r>
              <a:rPr lang="en-GB" dirty="0"/>
              <a:t>Students’ work need to be up to date </a:t>
            </a:r>
          </a:p>
          <a:p>
            <a:r>
              <a:rPr lang="en-GB" dirty="0"/>
              <a:t>Scientific work convinced idea need to have official referential information </a:t>
            </a:r>
          </a:p>
        </p:txBody>
      </p:sp>
    </p:spTree>
    <p:extLst>
      <p:ext uri="{BB962C8B-B14F-4D97-AF65-F5344CB8AC3E}">
        <p14:creationId xmlns:p14="http://schemas.microsoft.com/office/powerpoint/2010/main" val="3634618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C6A0-628C-E53D-8110-892DFE53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Discussion </a:t>
            </a:r>
          </a:p>
        </p:txBody>
      </p: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5A6795EC-2AAD-E35F-5E14-9EA2B8F7C261}"/>
              </a:ext>
            </a:extLst>
          </p:cNvPr>
          <p:cNvGrpSpPr/>
          <p:nvPr/>
        </p:nvGrpSpPr>
        <p:grpSpPr>
          <a:xfrm>
            <a:off x="2472500" y="2076985"/>
            <a:ext cx="7247000" cy="3650715"/>
            <a:chOff x="1581200" y="1842035"/>
            <a:chExt cx="9628200" cy="46508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65913CB-FA8A-0ED0-BFAF-476F3454BD1A}"/>
                    </a:ext>
                  </a:extLst>
                </p14:cNvPr>
                <p14:cNvContentPartPr/>
                <p14:nvPr/>
              </p14:nvContentPartPr>
              <p14:xfrm>
                <a:off x="2146760" y="1842035"/>
                <a:ext cx="281520" cy="3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65913CB-FA8A-0ED0-BFAF-476F3454BD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3117" y="1779395"/>
                  <a:ext cx="448329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FAEFA88-E0A9-9962-FF62-91EC46DFC300}"/>
                    </a:ext>
                  </a:extLst>
                </p14:cNvPr>
                <p14:cNvContentPartPr/>
                <p14:nvPr/>
              </p14:nvContentPartPr>
              <p14:xfrm>
                <a:off x="1896920" y="2135435"/>
                <a:ext cx="5400" cy="3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FAEFA88-E0A9-9962-FF62-91EC46DFC3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18170" y="2072795"/>
                  <a:ext cx="16245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A3B9245-DEEB-B74F-5993-9FE9F0288FF9}"/>
                    </a:ext>
                  </a:extLst>
                </p14:cNvPr>
                <p14:cNvContentPartPr/>
                <p14:nvPr/>
              </p14:nvContentPartPr>
              <p14:xfrm>
                <a:off x="1756520" y="2428115"/>
                <a:ext cx="360" cy="3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A3B9245-DEEB-B74F-5993-9FE9F0288F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3880" y="23651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B0EE7BA-92EA-9D10-64B0-2352FA177BA2}"/>
                    </a:ext>
                  </a:extLst>
                </p14:cNvPr>
                <p14:cNvContentPartPr/>
                <p14:nvPr/>
              </p14:nvContentPartPr>
              <p14:xfrm>
                <a:off x="1611440" y="2715395"/>
                <a:ext cx="360" cy="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B0EE7BA-92EA-9D10-64B0-2352FA177BA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8800" y="26523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6179982-673A-0741-082B-C3BF491BDA42}"/>
                    </a:ext>
                  </a:extLst>
                </p14:cNvPr>
                <p14:cNvContentPartPr/>
                <p14:nvPr/>
              </p14:nvContentPartPr>
              <p14:xfrm>
                <a:off x="1581200" y="3007715"/>
                <a:ext cx="360" cy="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6179982-673A-0741-082B-C3BF491BDA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18200" y="29450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79025E7-ABA6-DDBD-EF5B-887B1FEAE2DE}"/>
                    </a:ext>
                  </a:extLst>
                </p14:cNvPr>
                <p14:cNvContentPartPr/>
                <p14:nvPr/>
              </p14:nvContentPartPr>
              <p14:xfrm>
                <a:off x="1592720" y="3294995"/>
                <a:ext cx="360" cy="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79025E7-ABA6-DDBD-EF5B-887B1FEAE2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30080" y="32319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8BC6C80-5AA8-917D-AD9F-50371C4F5FD2}"/>
                    </a:ext>
                  </a:extLst>
                </p14:cNvPr>
                <p14:cNvContentPartPr/>
                <p14:nvPr/>
              </p14:nvContentPartPr>
              <p14:xfrm>
                <a:off x="1720160" y="3587675"/>
                <a:ext cx="12600" cy="3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8BC6C80-5AA8-917D-AD9F-50371C4F5F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38493" y="3524675"/>
                  <a:ext cx="175467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53F0576-9B38-1460-0049-A1848A49C67E}"/>
                    </a:ext>
                  </a:extLst>
                </p14:cNvPr>
                <p14:cNvContentPartPr/>
                <p14:nvPr/>
              </p14:nvContentPartPr>
              <p14:xfrm>
                <a:off x="2022920" y="3874595"/>
                <a:ext cx="24840" cy="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53F0576-9B38-1460-0049-A1848A49C6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9324" y="3811955"/>
                  <a:ext cx="191555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33E6E7F-78CA-B249-6918-8090D51A7203}"/>
                    </a:ext>
                  </a:extLst>
                </p14:cNvPr>
                <p14:cNvContentPartPr/>
                <p14:nvPr/>
              </p14:nvContentPartPr>
              <p14:xfrm>
                <a:off x="2881160" y="3874595"/>
                <a:ext cx="12240" cy="3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33E6E7F-78CA-B249-6918-8090D51A720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98775" y="3811955"/>
                  <a:ext cx="176538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FC60A64-C52D-AC6F-8D72-3C7269DB578F}"/>
                    </a:ext>
                  </a:extLst>
                </p14:cNvPr>
                <p14:cNvContentPartPr/>
                <p14:nvPr/>
              </p14:nvContentPartPr>
              <p14:xfrm>
                <a:off x="3171320" y="3587675"/>
                <a:ext cx="5040" cy="3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FC60A64-C52D-AC6F-8D72-3C7269DB57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91596" y="3524675"/>
                  <a:ext cx="164945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4DAB29D-3172-F610-2BCC-55A9A43725F6}"/>
                    </a:ext>
                  </a:extLst>
                </p14:cNvPr>
                <p14:cNvContentPartPr/>
                <p14:nvPr/>
              </p14:nvContentPartPr>
              <p14:xfrm>
                <a:off x="3287960" y="3294995"/>
                <a:ext cx="10080" cy="3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4DAB29D-3172-F610-2BCC-55A9A43725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08236" y="3231995"/>
                  <a:ext cx="169985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8CFBF75-62F3-84BB-EBAC-61F3A0067F4F}"/>
                    </a:ext>
                  </a:extLst>
                </p14:cNvPr>
                <p14:cNvContentPartPr/>
                <p14:nvPr/>
              </p14:nvContentPartPr>
              <p14:xfrm>
                <a:off x="2593160" y="3007715"/>
                <a:ext cx="901800" cy="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8CFBF75-62F3-84BB-EBAC-61F3A0067F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09483" y="2945075"/>
                  <a:ext cx="1068676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6F5C685A-2140-DFF5-EB00-19E528B096F6}"/>
                </a:ext>
              </a:extLst>
            </p:cNvPr>
            <p:cNvGrpSpPr/>
            <p:nvPr/>
          </p:nvGrpSpPr>
          <p:grpSpPr>
            <a:xfrm>
              <a:off x="2349080" y="1842035"/>
              <a:ext cx="853200" cy="360"/>
              <a:chOff x="1720430" y="1535260"/>
              <a:chExt cx="85320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6">
                <p14:nvContentPartPr>
                  <p14:cNvPr id="288" name="Ink 287">
                    <a:extLst>
                      <a:ext uri="{FF2B5EF4-FFF2-40B4-BE49-F238E27FC236}">
                        <a16:creationId xmlns:a16="http://schemas.microsoft.com/office/drawing/2014/main" id="{C148E769-36A5-ED34-287E-BCE9926DB742}"/>
                      </a:ext>
                    </a:extLst>
                  </p14:cNvPr>
                  <p14:cNvContentPartPr/>
                  <p14:nvPr/>
                </p14:nvContentPartPr>
                <p14:xfrm>
                  <a:off x="1720430" y="1535260"/>
                  <a:ext cx="292680" cy="360"/>
                </p14:xfrm>
              </p:contentPart>
            </mc:Choice>
            <mc:Fallback xmlns="">
              <p:pic>
                <p:nvPicPr>
                  <p:cNvPr id="288" name="Ink 287">
                    <a:extLst>
                      <a:ext uri="{FF2B5EF4-FFF2-40B4-BE49-F238E27FC236}">
                        <a16:creationId xmlns:a16="http://schemas.microsoft.com/office/drawing/2014/main" id="{C148E769-36A5-ED34-287E-BCE9926DB742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1636739" y="1472620"/>
                    <a:ext cx="459584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8">
                <p14:nvContentPartPr>
                  <p14:cNvPr id="289" name="Ink 288">
                    <a:extLst>
                      <a:ext uri="{FF2B5EF4-FFF2-40B4-BE49-F238E27FC236}">
                        <a16:creationId xmlns:a16="http://schemas.microsoft.com/office/drawing/2014/main" id="{41A0F997-FC62-4873-3921-C3B6FA4593C7}"/>
                      </a:ext>
                    </a:extLst>
                  </p14:cNvPr>
                  <p14:cNvContentPartPr/>
                  <p14:nvPr/>
                </p14:nvContentPartPr>
                <p14:xfrm>
                  <a:off x="2288870" y="1535260"/>
                  <a:ext cx="284760" cy="360"/>
                </p14:xfrm>
              </p:contentPart>
            </mc:Choice>
            <mc:Fallback xmlns="">
              <p:pic>
                <p:nvPicPr>
                  <p:cNvPr id="289" name="Ink 288">
                    <a:extLst>
                      <a:ext uri="{FF2B5EF4-FFF2-40B4-BE49-F238E27FC236}">
                        <a16:creationId xmlns:a16="http://schemas.microsoft.com/office/drawing/2014/main" id="{41A0F997-FC62-4873-3921-C3B6FA4593C7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2205735" y="1472620"/>
                    <a:ext cx="451507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934138C-9D20-6B1F-2DD9-09EFCBA01A8B}"/>
                    </a:ext>
                  </a:extLst>
                </p14:cNvPr>
                <p14:cNvContentPartPr/>
                <p14:nvPr/>
              </p14:nvContentPartPr>
              <p14:xfrm>
                <a:off x="4186880" y="2135435"/>
                <a:ext cx="360" cy="3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934138C-9D20-6B1F-2DD9-09EFCBA01A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23880" y="20727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3F4BA24-A0D3-99A8-0F3B-DFE1B5C385AF}"/>
                    </a:ext>
                  </a:extLst>
                </p14:cNvPr>
                <p14:cNvContentPartPr/>
                <p14:nvPr/>
              </p14:nvContentPartPr>
              <p14:xfrm>
                <a:off x="4078160" y="2428115"/>
                <a:ext cx="360" cy="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3F4BA24-A0D3-99A8-0F3B-DFE1B5C385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15160" y="23651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2CB693C-83A5-17E4-F9E0-0BDBE8A155AC}"/>
                    </a:ext>
                  </a:extLst>
                </p14:cNvPr>
                <p14:cNvContentPartPr/>
                <p14:nvPr/>
              </p14:nvContentPartPr>
              <p14:xfrm>
                <a:off x="3842360" y="3007715"/>
                <a:ext cx="360" cy="3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2CB693C-83A5-17E4-F9E0-0BDBE8A155A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79720" y="29450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F7ADEBB-2C00-0FA8-86E8-0F5531D02294}"/>
                    </a:ext>
                  </a:extLst>
                </p14:cNvPr>
                <p14:cNvContentPartPr/>
                <p14:nvPr/>
              </p14:nvContentPartPr>
              <p14:xfrm>
                <a:off x="3788000" y="3294995"/>
                <a:ext cx="360" cy="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F7ADEBB-2C00-0FA8-86E8-0F5531D022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25000" y="32319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DBAC79C-4C9B-00CF-9845-BD7E523F6B8B}"/>
                    </a:ext>
                  </a:extLst>
                </p14:cNvPr>
                <p14:cNvContentPartPr/>
                <p14:nvPr/>
              </p14:nvContentPartPr>
              <p14:xfrm>
                <a:off x="3794120" y="3587675"/>
                <a:ext cx="360" cy="3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DBAC79C-4C9B-00CF-9845-BD7E523F6B8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31120" y="35246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C418F45-CED4-666A-B3FC-D7F3130FC32C}"/>
                    </a:ext>
                  </a:extLst>
                </p14:cNvPr>
                <p14:cNvContentPartPr/>
                <p14:nvPr/>
              </p14:nvContentPartPr>
              <p14:xfrm>
                <a:off x="4047920" y="3874595"/>
                <a:ext cx="49320" cy="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C418F45-CED4-666A-B3FC-D7F3130FC32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64930" y="3811955"/>
                  <a:ext cx="214827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174E223-A264-5480-A7AB-74667569B017}"/>
                    </a:ext>
                  </a:extLst>
                </p14:cNvPr>
                <p14:cNvContentPartPr/>
                <p14:nvPr/>
              </p14:nvContentPartPr>
              <p14:xfrm>
                <a:off x="4930280" y="3874595"/>
                <a:ext cx="15120" cy="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174E223-A264-5480-A7AB-74667569B01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48065" y="3811955"/>
                  <a:ext cx="180023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F87C036-5FF9-4253-30C4-A5397A783BD1}"/>
                    </a:ext>
                  </a:extLst>
                </p14:cNvPr>
                <p14:cNvContentPartPr/>
                <p14:nvPr/>
              </p14:nvContentPartPr>
              <p14:xfrm>
                <a:off x="5202800" y="3587675"/>
                <a:ext cx="360" cy="3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F87C036-5FF9-4253-30C4-A5397A783B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39800" y="35246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A9E610F-6D0A-2D67-A713-885FE913A1AB}"/>
                    </a:ext>
                  </a:extLst>
                </p14:cNvPr>
                <p14:cNvContentPartPr/>
                <p14:nvPr/>
              </p14:nvContentPartPr>
              <p14:xfrm>
                <a:off x="5275160" y="3294995"/>
                <a:ext cx="360" cy="3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A9E610F-6D0A-2D67-A713-885FE913A1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12520" y="32319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5B24C06F-2D5B-2824-4515-95ECD70A097D}"/>
                    </a:ext>
                  </a:extLst>
                </p14:cNvPr>
                <p14:cNvContentPartPr/>
                <p14:nvPr/>
              </p14:nvContentPartPr>
              <p14:xfrm>
                <a:off x="5372000" y="3007715"/>
                <a:ext cx="360" cy="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5B24C06F-2D5B-2824-4515-95ECD70A097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09000" y="29450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FEF89B1-C6A7-85C5-ACF3-7BF75217522E}"/>
                    </a:ext>
                  </a:extLst>
                </p14:cNvPr>
                <p14:cNvContentPartPr/>
                <p14:nvPr/>
              </p14:nvContentPartPr>
              <p14:xfrm>
                <a:off x="5498360" y="2715395"/>
                <a:ext cx="360" cy="3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FEF89B1-C6A7-85C5-ACF3-7BF7521752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35720" y="26523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4640E67-5F99-4450-6D63-CED0D9979764}"/>
                    </a:ext>
                  </a:extLst>
                </p14:cNvPr>
                <p14:cNvContentPartPr/>
                <p14:nvPr/>
              </p14:nvContentPartPr>
              <p14:xfrm>
                <a:off x="5607800" y="2428115"/>
                <a:ext cx="360" cy="3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4640E67-5F99-4450-6D63-CED0D99797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44800" y="23651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8422DFB-D4B9-D228-364A-62EED0D2F324}"/>
                    </a:ext>
                  </a:extLst>
                </p14:cNvPr>
                <p14:cNvContentPartPr/>
                <p14:nvPr/>
              </p14:nvContentPartPr>
              <p14:xfrm>
                <a:off x="5656040" y="2135435"/>
                <a:ext cx="360" cy="3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8422DFB-D4B9-D228-364A-62EED0D2F3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93040" y="20727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E36E510A-EEB0-3D1E-6E9D-2841E0CE33EB}"/>
                    </a:ext>
                  </a:extLst>
                </p14:cNvPr>
                <p14:cNvContentPartPr/>
                <p14:nvPr/>
              </p14:nvContentPartPr>
              <p14:xfrm>
                <a:off x="4380200" y="1842035"/>
                <a:ext cx="15120" cy="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E36E510A-EEB0-3D1E-6E9D-2841E0CE33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97512" y="1779395"/>
                  <a:ext cx="180023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3439E7AD-FFB0-B081-BB07-9643A2215422}"/>
                </a:ext>
              </a:extLst>
            </p:cNvPr>
            <p:cNvGrpSpPr/>
            <p:nvPr/>
          </p:nvGrpSpPr>
          <p:grpSpPr>
            <a:xfrm>
              <a:off x="5480360" y="1842035"/>
              <a:ext cx="97200" cy="360"/>
              <a:chOff x="4851710" y="1535260"/>
              <a:chExt cx="9720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56">
                <p14:nvContentPartPr>
                  <p14:cNvPr id="304" name="Ink 303">
                    <a:extLst>
                      <a:ext uri="{FF2B5EF4-FFF2-40B4-BE49-F238E27FC236}">
                        <a16:creationId xmlns:a16="http://schemas.microsoft.com/office/drawing/2014/main" id="{C3D5C942-75EF-0852-C47F-663331E911E1}"/>
                      </a:ext>
                    </a:extLst>
                  </p14:cNvPr>
                  <p14:cNvContentPartPr/>
                  <p14:nvPr/>
                </p14:nvContentPartPr>
                <p14:xfrm>
                  <a:off x="4929110" y="1535260"/>
                  <a:ext cx="19800" cy="360"/>
                </p14:xfrm>
              </p:contentPart>
            </mc:Choice>
            <mc:Fallback xmlns="">
              <p:pic>
                <p:nvPicPr>
                  <p:cNvPr id="304" name="Ink 303">
                    <a:extLst>
                      <a:ext uri="{FF2B5EF4-FFF2-40B4-BE49-F238E27FC236}">
                        <a16:creationId xmlns:a16="http://schemas.microsoft.com/office/drawing/2014/main" id="{C3D5C942-75EF-0852-C47F-663331E911E1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4846610" y="1472620"/>
                    <a:ext cx="184329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58">
                <p14:nvContentPartPr>
                  <p14:cNvPr id="307" name="Ink 306">
                    <a:extLst>
                      <a:ext uri="{FF2B5EF4-FFF2-40B4-BE49-F238E27FC236}">
                        <a16:creationId xmlns:a16="http://schemas.microsoft.com/office/drawing/2014/main" id="{569B8CB6-D15D-2352-4804-519548F44498}"/>
                      </a:ext>
                    </a:extLst>
                  </p14:cNvPr>
                  <p14:cNvContentPartPr/>
                  <p14:nvPr/>
                </p14:nvContentPartPr>
                <p14:xfrm>
                  <a:off x="4851710" y="1535260"/>
                  <a:ext cx="10080" cy="360"/>
                </p14:xfrm>
              </p:contentPart>
            </mc:Choice>
            <mc:Fallback xmlns="">
              <p:pic>
                <p:nvPicPr>
                  <p:cNvPr id="307" name="Ink 306">
                    <a:extLst>
                      <a:ext uri="{FF2B5EF4-FFF2-40B4-BE49-F238E27FC236}">
                        <a16:creationId xmlns:a16="http://schemas.microsoft.com/office/drawing/2014/main" id="{569B8CB6-D15D-2352-4804-519548F44498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4771986" y="1472620"/>
                    <a:ext cx="169985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85119A71-9DE5-59A8-3623-5CFD3467CCCF}"/>
                </a:ext>
              </a:extLst>
            </p:cNvPr>
            <p:cNvGrpSpPr/>
            <p:nvPr/>
          </p:nvGrpSpPr>
          <p:grpSpPr>
            <a:xfrm>
              <a:off x="4707080" y="1842035"/>
              <a:ext cx="199440" cy="360"/>
              <a:chOff x="4078430" y="1535260"/>
              <a:chExt cx="19944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60">
                <p14:nvContentPartPr>
                  <p14:cNvPr id="305" name="Ink 304">
                    <a:extLst>
                      <a:ext uri="{FF2B5EF4-FFF2-40B4-BE49-F238E27FC236}">
                        <a16:creationId xmlns:a16="http://schemas.microsoft.com/office/drawing/2014/main" id="{C72529F6-DFB9-93AC-3F39-11FB508D47C8}"/>
                      </a:ext>
                    </a:extLst>
                  </p14:cNvPr>
                  <p14:cNvContentPartPr/>
                  <p14:nvPr/>
                </p14:nvContentPartPr>
                <p14:xfrm>
                  <a:off x="4206230" y="1535260"/>
                  <a:ext cx="71640" cy="360"/>
                </p14:xfrm>
              </p:contentPart>
            </mc:Choice>
            <mc:Fallback xmlns="">
              <p:pic>
                <p:nvPicPr>
                  <p:cNvPr id="305" name="Ink 304">
                    <a:extLst>
                      <a:ext uri="{FF2B5EF4-FFF2-40B4-BE49-F238E27FC236}">
                        <a16:creationId xmlns:a16="http://schemas.microsoft.com/office/drawing/2014/main" id="{C72529F6-DFB9-93AC-3F39-11FB508D47C8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4123128" y="1472620"/>
                    <a:ext cx="238322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62">
                <p14:nvContentPartPr>
                  <p14:cNvPr id="308" name="Ink 307">
                    <a:extLst>
                      <a:ext uri="{FF2B5EF4-FFF2-40B4-BE49-F238E27FC236}">
                        <a16:creationId xmlns:a16="http://schemas.microsoft.com/office/drawing/2014/main" id="{28FC36A5-5942-8EBB-24C4-FD287309C647}"/>
                      </a:ext>
                    </a:extLst>
                  </p14:cNvPr>
                  <p14:cNvContentPartPr/>
                  <p14:nvPr/>
                </p14:nvContentPartPr>
                <p14:xfrm>
                  <a:off x="4078430" y="1535260"/>
                  <a:ext cx="360" cy="360"/>
                </p14:xfrm>
              </p:contentPart>
            </mc:Choice>
            <mc:Fallback xmlns="">
              <p:pic>
                <p:nvPicPr>
                  <p:cNvPr id="308" name="Ink 307">
                    <a:extLst>
                      <a:ext uri="{FF2B5EF4-FFF2-40B4-BE49-F238E27FC236}">
                        <a16:creationId xmlns:a16="http://schemas.microsoft.com/office/drawing/2014/main" id="{28FC36A5-5942-8EBB-24C4-FD287309C647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4015430" y="147262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64677C8-8995-3B8C-B308-171E826E0C10}"/>
                    </a:ext>
                  </a:extLst>
                </p14:cNvPr>
                <p14:cNvContentPartPr/>
                <p14:nvPr/>
              </p14:nvContentPartPr>
              <p14:xfrm>
                <a:off x="4370840" y="3874595"/>
                <a:ext cx="304560" cy="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64677C8-8995-3B8C-B308-171E826E0C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87170" y="3811955"/>
                  <a:ext cx="471423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8385ABC-A700-14EE-B93D-B84922084080}"/>
                    </a:ext>
                  </a:extLst>
                </p14:cNvPr>
                <p14:cNvContentPartPr/>
                <p14:nvPr/>
              </p14:nvContentPartPr>
              <p14:xfrm>
                <a:off x="6405920" y="1842035"/>
                <a:ext cx="360" cy="3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8385ABC-A700-14EE-B93D-B8492208408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42920" y="17793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BF12080F-B482-BEE7-DA09-954938A51F10}"/>
                    </a:ext>
                  </a:extLst>
                </p14:cNvPr>
                <p14:cNvContentPartPr/>
                <p14:nvPr/>
              </p14:nvContentPartPr>
              <p14:xfrm>
                <a:off x="6381800" y="2135435"/>
                <a:ext cx="360" cy="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BF12080F-B482-BEE7-DA09-954938A51F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18800" y="20727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2C4BF25-2729-3852-423C-A85A1B7C339E}"/>
                    </a:ext>
                  </a:extLst>
                </p14:cNvPr>
                <p14:cNvContentPartPr/>
                <p14:nvPr/>
              </p14:nvContentPartPr>
              <p14:xfrm>
                <a:off x="6266240" y="2428115"/>
                <a:ext cx="360" cy="3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2C4BF25-2729-3852-423C-A85A1B7C339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03600" y="23651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463E539-3245-E760-1E0D-35E64931504A}"/>
                    </a:ext>
                  </a:extLst>
                </p14:cNvPr>
                <p14:cNvContentPartPr/>
                <p14:nvPr/>
              </p14:nvContentPartPr>
              <p14:xfrm>
                <a:off x="6158960" y="2715395"/>
                <a:ext cx="5400" cy="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463E539-3245-E760-1E0D-35E6493150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0210" y="2652395"/>
                  <a:ext cx="16245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9A62473-CE08-F891-68BD-20A1A5DB9EAF}"/>
                    </a:ext>
                  </a:extLst>
                </p14:cNvPr>
                <p14:cNvContentPartPr/>
                <p14:nvPr/>
              </p14:nvContentPartPr>
              <p14:xfrm>
                <a:off x="6006320" y="3007715"/>
                <a:ext cx="360" cy="3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9A62473-CE08-F891-68BD-20A1A5DB9EA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43680" y="29450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EAA1C85-CFF0-BCED-EDE1-26F4CDDDD8EC}"/>
                    </a:ext>
                  </a:extLst>
                </p14:cNvPr>
                <p14:cNvContentPartPr/>
                <p14:nvPr/>
              </p14:nvContentPartPr>
              <p14:xfrm>
                <a:off x="5928200" y="3294995"/>
                <a:ext cx="360" cy="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EAA1C85-CFF0-BCED-EDE1-26F4CDDDD8E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65560" y="32319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9D230386-2F2C-AFB8-5E82-5F9302C83DE8}"/>
                    </a:ext>
                  </a:extLst>
                </p14:cNvPr>
                <p14:cNvContentPartPr/>
                <p14:nvPr/>
              </p14:nvContentPartPr>
              <p14:xfrm>
                <a:off x="5855840" y="3587675"/>
                <a:ext cx="360" cy="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9D230386-2F2C-AFB8-5E82-5F9302C83D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92840" y="35246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22E2C83-2CBF-AE4B-9DCC-8A981BE81825}"/>
                    </a:ext>
                  </a:extLst>
                </p14:cNvPr>
                <p14:cNvContentPartPr/>
                <p14:nvPr/>
              </p14:nvContentPartPr>
              <p14:xfrm>
                <a:off x="5801120" y="3874595"/>
                <a:ext cx="24840" cy="28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22E2C83-2CBF-AE4B-9DCC-8A981BE818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18002" y="3791075"/>
                  <a:ext cx="191555" cy="1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D7B30B65-17F5-D619-A14F-B25F275F3953}"/>
                    </a:ext>
                  </a:extLst>
                </p14:cNvPr>
                <p14:cNvContentPartPr/>
                <p14:nvPr/>
              </p14:nvContentPartPr>
              <p14:xfrm>
                <a:off x="6980120" y="3874595"/>
                <a:ext cx="314280" cy="3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D7B30B65-17F5-D619-A14F-B25F275F39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96886" y="3811955"/>
                  <a:ext cx="481226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20641DE-8267-DFA0-586C-EACD33071387}"/>
                    </a:ext>
                  </a:extLst>
                </p14:cNvPr>
                <p14:cNvContentPartPr/>
                <p14:nvPr/>
              </p14:nvContentPartPr>
              <p14:xfrm>
                <a:off x="7427600" y="3587675"/>
                <a:ext cx="360" cy="3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20641DE-8267-DFA0-586C-EACD330713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64600" y="35246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95DB7F3-9117-2080-531E-1170E978E9EA}"/>
                    </a:ext>
                  </a:extLst>
                </p14:cNvPr>
                <p14:cNvContentPartPr/>
                <p14:nvPr/>
              </p14:nvContentPartPr>
              <p14:xfrm>
                <a:off x="7517960" y="3294995"/>
                <a:ext cx="360" cy="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95DB7F3-9117-2080-531E-1170E978E9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54960" y="32319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DF8EA2C-1B51-446E-2BB0-2CC0499D5DD5}"/>
                    </a:ext>
                  </a:extLst>
                </p14:cNvPr>
                <p14:cNvContentPartPr/>
                <p14:nvPr/>
              </p14:nvContentPartPr>
              <p14:xfrm>
                <a:off x="7578800" y="3007715"/>
                <a:ext cx="2520" cy="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DF8EA2C-1B51-446E-2BB0-2CC0499D5D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505300" y="2945075"/>
                  <a:ext cx="1491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DAF9F5E-F54E-470C-FBC2-2FBD84CFFCA5}"/>
                    </a:ext>
                  </a:extLst>
                </p14:cNvPr>
                <p14:cNvContentPartPr/>
                <p14:nvPr/>
              </p14:nvContentPartPr>
              <p14:xfrm>
                <a:off x="7638920" y="2715395"/>
                <a:ext cx="360" cy="3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DAF9F5E-F54E-470C-FBC2-2FBD84CFFCA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75920" y="26523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4AFDA3DE-E4D6-C7AA-0C6B-9083B08A3085}"/>
                    </a:ext>
                  </a:extLst>
                </p14:cNvPr>
                <p14:cNvContentPartPr/>
                <p14:nvPr/>
              </p14:nvContentPartPr>
              <p14:xfrm>
                <a:off x="7705160" y="2428115"/>
                <a:ext cx="360" cy="3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4AFDA3DE-E4D6-C7AA-0C6B-9083B08A30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42520" y="23651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77006524-DEB8-37B0-98CD-936C4763E867}"/>
                    </a:ext>
                  </a:extLst>
                </p14:cNvPr>
                <p14:cNvContentPartPr/>
                <p14:nvPr/>
              </p14:nvContentPartPr>
              <p14:xfrm>
                <a:off x="7748000" y="2135435"/>
                <a:ext cx="360" cy="3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77006524-DEB8-37B0-98CD-936C4763E86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85360" y="20727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43EC3B65-B8A9-F60A-000D-E98EACC681C0}"/>
                </a:ext>
              </a:extLst>
            </p:cNvPr>
            <p:cNvGrpSpPr/>
            <p:nvPr/>
          </p:nvGrpSpPr>
          <p:grpSpPr>
            <a:xfrm>
              <a:off x="7619480" y="1842035"/>
              <a:ext cx="134280" cy="360"/>
              <a:chOff x="6990830" y="1535260"/>
              <a:chExt cx="13428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95">
                <p14:nvContentPartPr>
                  <p14:cNvPr id="328" name="Ink 327">
                    <a:extLst>
                      <a:ext uri="{FF2B5EF4-FFF2-40B4-BE49-F238E27FC236}">
                        <a16:creationId xmlns:a16="http://schemas.microsoft.com/office/drawing/2014/main" id="{C29DF03F-9C6B-0D26-892A-37E1FC5A74E0}"/>
                      </a:ext>
                    </a:extLst>
                  </p14:cNvPr>
                  <p14:cNvContentPartPr/>
                  <p14:nvPr/>
                </p14:nvContentPartPr>
                <p14:xfrm>
                  <a:off x="7122590" y="1535260"/>
                  <a:ext cx="2520" cy="360"/>
                </p14:xfrm>
              </p:contentPart>
            </mc:Choice>
            <mc:Fallback xmlns="">
              <p:pic>
                <p:nvPicPr>
                  <p:cNvPr id="328" name="Ink 327">
                    <a:extLst>
                      <a:ext uri="{FF2B5EF4-FFF2-40B4-BE49-F238E27FC236}">
                        <a16:creationId xmlns:a16="http://schemas.microsoft.com/office/drawing/2014/main" id="{C29DF03F-9C6B-0D26-892A-37E1FC5A74E0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7049510" y="1472620"/>
                    <a:ext cx="1491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97">
                <p14:nvContentPartPr>
                  <p14:cNvPr id="329" name="Ink 328">
                    <a:extLst>
                      <a:ext uri="{FF2B5EF4-FFF2-40B4-BE49-F238E27FC236}">
                        <a16:creationId xmlns:a16="http://schemas.microsoft.com/office/drawing/2014/main" id="{F88FE082-0019-9FD6-2AE5-B60B8E0BF611}"/>
                      </a:ext>
                    </a:extLst>
                  </p14:cNvPr>
                  <p14:cNvContentPartPr/>
                  <p14:nvPr/>
                </p14:nvContentPartPr>
                <p14:xfrm>
                  <a:off x="6990830" y="1535260"/>
                  <a:ext cx="7920" cy="360"/>
                </p14:xfrm>
              </p:contentPart>
            </mc:Choice>
            <mc:Fallback xmlns="">
              <p:pic>
                <p:nvPicPr>
                  <p:cNvPr id="329" name="Ink 328">
                    <a:extLst>
                      <a:ext uri="{FF2B5EF4-FFF2-40B4-BE49-F238E27FC236}">
                        <a16:creationId xmlns:a16="http://schemas.microsoft.com/office/drawing/2014/main" id="{F88FE082-0019-9FD6-2AE5-B60B8E0BF611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6909766" y="1472620"/>
                    <a:ext cx="170513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CA168AB-1142-6B5B-6B44-0C3A23A0F23B}"/>
                    </a:ext>
                  </a:extLst>
                </p14:cNvPr>
                <p14:cNvContentPartPr/>
                <p14:nvPr/>
              </p14:nvContentPartPr>
              <p14:xfrm>
                <a:off x="7311320" y="1842035"/>
                <a:ext cx="7920" cy="3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CA168AB-1142-6B5B-6B44-0C3A23A0F23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29791" y="1779395"/>
                  <a:ext cx="170513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EF7246B-00BD-E3CF-8E73-9C27F6CA1043}"/>
                    </a:ext>
                  </a:extLst>
                </p14:cNvPr>
                <p14:cNvContentPartPr/>
                <p14:nvPr/>
              </p14:nvContentPartPr>
              <p14:xfrm>
                <a:off x="6555320" y="1842035"/>
                <a:ext cx="479160" cy="3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EF7246B-00BD-E3CF-8E73-9C27F6CA104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71634" y="1779395"/>
                  <a:ext cx="646053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2AA5B997-D99F-6781-0630-96672559F33D}"/>
                </a:ext>
              </a:extLst>
            </p:cNvPr>
            <p:cNvGrpSpPr/>
            <p:nvPr/>
          </p:nvGrpSpPr>
          <p:grpSpPr>
            <a:xfrm>
              <a:off x="6200000" y="3874595"/>
              <a:ext cx="531360" cy="6480"/>
              <a:chOff x="5571350" y="3567820"/>
              <a:chExt cx="531360" cy="648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03">
                <p14:nvContentPartPr>
                  <p14:cNvPr id="320" name="Ink 319">
                    <a:extLst>
                      <a:ext uri="{FF2B5EF4-FFF2-40B4-BE49-F238E27FC236}">
                        <a16:creationId xmlns:a16="http://schemas.microsoft.com/office/drawing/2014/main" id="{B1072F03-5BCA-8221-6898-5B9163395BAE}"/>
                      </a:ext>
                    </a:extLst>
                  </p14:cNvPr>
                  <p14:cNvContentPartPr/>
                  <p14:nvPr/>
                </p14:nvContentPartPr>
                <p14:xfrm>
                  <a:off x="6097310" y="3573940"/>
                  <a:ext cx="5400" cy="360"/>
                </p14:xfrm>
              </p:contentPart>
            </mc:Choice>
            <mc:Fallback xmlns="">
              <p:pic>
                <p:nvPicPr>
                  <p:cNvPr id="320" name="Ink 319">
                    <a:extLst>
                      <a:ext uri="{FF2B5EF4-FFF2-40B4-BE49-F238E27FC236}">
                        <a16:creationId xmlns:a16="http://schemas.microsoft.com/office/drawing/2014/main" id="{B1072F03-5BCA-8221-6898-5B9163395BAE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6018560" y="3511300"/>
                    <a:ext cx="16245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05">
                <p14:nvContentPartPr>
                  <p14:cNvPr id="332" name="Ink 331">
                    <a:extLst>
                      <a:ext uri="{FF2B5EF4-FFF2-40B4-BE49-F238E27FC236}">
                        <a16:creationId xmlns:a16="http://schemas.microsoft.com/office/drawing/2014/main" id="{D829D55D-0A28-756B-56C9-1AC618F181DD}"/>
                      </a:ext>
                    </a:extLst>
                  </p14:cNvPr>
                  <p14:cNvContentPartPr/>
                  <p14:nvPr/>
                </p14:nvContentPartPr>
                <p14:xfrm>
                  <a:off x="5571350" y="3567820"/>
                  <a:ext cx="360" cy="360"/>
                </p14:xfrm>
              </p:contentPart>
            </mc:Choice>
            <mc:Fallback xmlns="">
              <p:pic>
                <p:nvPicPr>
                  <p:cNvPr id="332" name="Ink 331">
                    <a:extLst>
                      <a:ext uri="{FF2B5EF4-FFF2-40B4-BE49-F238E27FC236}">
                        <a16:creationId xmlns:a16="http://schemas.microsoft.com/office/drawing/2014/main" id="{D829D55D-0A28-756B-56C9-1AC618F181DD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5508350" y="350518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07">
                <p14:nvContentPartPr>
                  <p14:cNvPr id="333" name="Ink 332">
                    <a:extLst>
                      <a:ext uri="{FF2B5EF4-FFF2-40B4-BE49-F238E27FC236}">
                        <a16:creationId xmlns:a16="http://schemas.microsoft.com/office/drawing/2014/main" id="{C1DA0C9D-99D9-8725-9DE5-B15FC5FFCBCF}"/>
                      </a:ext>
                    </a:extLst>
                  </p14:cNvPr>
                  <p14:cNvContentPartPr/>
                  <p14:nvPr/>
                </p14:nvContentPartPr>
                <p14:xfrm>
                  <a:off x="5813270" y="3567820"/>
                  <a:ext cx="5400" cy="360"/>
                </p14:xfrm>
              </p:contentPart>
            </mc:Choice>
            <mc:Fallback xmlns="">
              <p:pic>
                <p:nvPicPr>
                  <p:cNvPr id="333" name="Ink 332">
                    <a:extLst>
                      <a:ext uri="{FF2B5EF4-FFF2-40B4-BE49-F238E27FC236}">
                        <a16:creationId xmlns:a16="http://schemas.microsoft.com/office/drawing/2014/main" id="{C1DA0C9D-99D9-8725-9DE5-B15FC5FFCBCF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5734520" y="3505180"/>
                    <a:ext cx="16245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09">
                <p14:nvContentPartPr>
                  <p14:cNvPr id="334" name="Ink 333">
                    <a:extLst>
                      <a:ext uri="{FF2B5EF4-FFF2-40B4-BE49-F238E27FC236}">
                        <a16:creationId xmlns:a16="http://schemas.microsoft.com/office/drawing/2014/main" id="{3785B15A-BB3F-99B6-360F-400641164E06}"/>
                      </a:ext>
                    </a:extLst>
                  </p14:cNvPr>
                  <p14:cNvContentPartPr/>
                  <p14:nvPr/>
                </p14:nvContentPartPr>
                <p14:xfrm>
                  <a:off x="6054110" y="3567820"/>
                  <a:ext cx="7560" cy="360"/>
                </p14:xfrm>
              </p:contentPart>
            </mc:Choice>
            <mc:Fallback xmlns="">
              <p:pic>
                <p:nvPicPr>
                  <p:cNvPr id="334" name="Ink 333">
                    <a:extLst>
                      <a:ext uri="{FF2B5EF4-FFF2-40B4-BE49-F238E27FC236}">
                        <a16:creationId xmlns:a16="http://schemas.microsoft.com/office/drawing/2014/main" id="{3785B15A-BB3F-99B6-360F-400641164E06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5971422" y="3505180"/>
                    <a:ext cx="172463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11">
                <p14:nvContentPartPr>
                  <p14:cNvPr id="335" name="Ink 334">
                    <a:extLst>
                      <a:ext uri="{FF2B5EF4-FFF2-40B4-BE49-F238E27FC236}">
                        <a16:creationId xmlns:a16="http://schemas.microsoft.com/office/drawing/2014/main" id="{A1E1277A-B291-6441-A69B-B65769F29A6E}"/>
                      </a:ext>
                    </a:extLst>
                  </p14:cNvPr>
                  <p14:cNvContentPartPr/>
                  <p14:nvPr/>
                </p14:nvContentPartPr>
                <p14:xfrm>
                  <a:off x="5758550" y="3567820"/>
                  <a:ext cx="360" cy="360"/>
                </p14:xfrm>
              </p:contentPart>
            </mc:Choice>
            <mc:Fallback xmlns="">
              <p:pic>
                <p:nvPicPr>
                  <p:cNvPr id="335" name="Ink 334">
                    <a:extLst>
                      <a:ext uri="{FF2B5EF4-FFF2-40B4-BE49-F238E27FC236}">
                        <a16:creationId xmlns:a16="http://schemas.microsoft.com/office/drawing/2014/main" id="{A1E1277A-B291-6441-A69B-B65769F29A6E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5695910" y="350518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13">
                <p14:nvContentPartPr>
                  <p14:cNvPr id="336" name="Ink 335">
                    <a:extLst>
                      <a:ext uri="{FF2B5EF4-FFF2-40B4-BE49-F238E27FC236}">
                        <a16:creationId xmlns:a16="http://schemas.microsoft.com/office/drawing/2014/main" id="{765755B3-D1A4-19F2-7922-C3AF4E79362A}"/>
                      </a:ext>
                    </a:extLst>
                  </p14:cNvPr>
                  <p14:cNvContentPartPr/>
                  <p14:nvPr/>
                </p14:nvContentPartPr>
                <p14:xfrm>
                  <a:off x="5777270" y="3567820"/>
                  <a:ext cx="162000" cy="360"/>
                </p14:xfrm>
              </p:contentPart>
            </mc:Choice>
            <mc:Fallback xmlns="">
              <p:pic>
                <p:nvPicPr>
                  <p:cNvPr id="336" name="Ink 335">
                    <a:extLst>
                      <a:ext uri="{FF2B5EF4-FFF2-40B4-BE49-F238E27FC236}">
                        <a16:creationId xmlns:a16="http://schemas.microsoft.com/office/drawing/2014/main" id="{765755B3-D1A4-19F2-7922-C3AF4E79362A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5693642" y="3505180"/>
                    <a:ext cx="328779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BE90EDD-B7B8-46AC-733E-E34A93FD1549}"/>
                    </a:ext>
                  </a:extLst>
                </p14:cNvPr>
                <p14:cNvContentPartPr/>
                <p14:nvPr/>
              </p14:nvContentPartPr>
              <p14:xfrm>
                <a:off x="10298960" y="2135435"/>
                <a:ext cx="360" cy="3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BE90EDD-B7B8-46AC-733E-E34A93FD154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236320" y="20727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D6190C2-BF97-16C4-F6BC-3668CBEAF1C6}"/>
                    </a:ext>
                  </a:extLst>
                </p14:cNvPr>
                <p14:cNvContentPartPr/>
                <p14:nvPr/>
              </p14:nvContentPartPr>
              <p14:xfrm>
                <a:off x="10371680" y="2428115"/>
                <a:ext cx="360" cy="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D6190C2-BF97-16C4-F6BC-3668CBEAF1C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308680" y="23651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A2FDAC33-3532-327D-C69F-C7DF26277DC1}"/>
                    </a:ext>
                  </a:extLst>
                </p14:cNvPr>
                <p14:cNvContentPartPr/>
                <p14:nvPr/>
              </p14:nvContentPartPr>
              <p14:xfrm>
                <a:off x="10432520" y="2715395"/>
                <a:ext cx="360" cy="3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A2FDAC33-3532-327D-C69F-C7DF26277DC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369520" y="26523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D724D38-1169-0755-95F3-D12B063A89AA}"/>
                    </a:ext>
                  </a:extLst>
                </p14:cNvPr>
                <p14:cNvContentPartPr/>
                <p14:nvPr/>
              </p14:nvContentPartPr>
              <p14:xfrm>
                <a:off x="10298960" y="3007715"/>
                <a:ext cx="360" cy="3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D724D38-1169-0755-95F3-D12B063A89A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236320" y="29450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BA2F4068-0BB9-D0E8-3A97-D08507DFDCC5}"/>
                    </a:ext>
                  </a:extLst>
                </p14:cNvPr>
                <p14:cNvContentPartPr/>
                <p14:nvPr/>
              </p14:nvContentPartPr>
              <p14:xfrm>
                <a:off x="10208600" y="3294995"/>
                <a:ext cx="360" cy="3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BA2F4068-0BB9-D0E8-3A97-D08507DFDCC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145600" y="323199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C494E00C-C6EB-A305-3E0E-D9F532DA3A7E}"/>
                    </a:ext>
                  </a:extLst>
                </p14:cNvPr>
                <p14:cNvContentPartPr/>
                <p14:nvPr/>
              </p14:nvContentPartPr>
              <p14:xfrm>
                <a:off x="10121120" y="3587675"/>
                <a:ext cx="2520" cy="3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C494E00C-C6EB-A305-3E0E-D9F532DA3A7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48040" y="3524675"/>
                  <a:ext cx="149100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0015CE6B-7C97-2F72-4CCB-D55E375547EF}"/>
                </a:ext>
              </a:extLst>
            </p:cNvPr>
            <p:cNvGrpSpPr/>
            <p:nvPr/>
          </p:nvGrpSpPr>
          <p:grpSpPr>
            <a:xfrm>
              <a:off x="8320400" y="3874595"/>
              <a:ext cx="1610640" cy="360"/>
              <a:chOff x="7691750" y="3567820"/>
              <a:chExt cx="161064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27">
                <p14:nvContentPartPr>
                  <p14:cNvPr id="351" name="Ink 350">
                    <a:extLst>
                      <a:ext uri="{FF2B5EF4-FFF2-40B4-BE49-F238E27FC236}">
                        <a16:creationId xmlns:a16="http://schemas.microsoft.com/office/drawing/2014/main" id="{D6AB9D5F-ACEA-3DA6-C6A0-8E1B896CF28E}"/>
                      </a:ext>
                    </a:extLst>
                  </p14:cNvPr>
                  <p14:cNvContentPartPr/>
                  <p14:nvPr/>
                </p14:nvContentPartPr>
                <p14:xfrm>
                  <a:off x="8348030" y="3567820"/>
                  <a:ext cx="954360" cy="360"/>
                </p14:xfrm>
              </p:contentPart>
            </mc:Choice>
            <mc:Fallback xmlns="">
              <p:pic>
                <p:nvPicPr>
                  <p:cNvPr id="351" name="Ink 350">
                    <a:extLst>
                      <a:ext uri="{FF2B5EF4-FFF2-40B4-BE49-F238E27FC236}">
                        <a16:creationId xmlns:a16="http://schemas.microsoft.com/office/drawing/2014/main" id="{D6AB9D5F-ACEA-3DA6-C6A0-8E1B896CF28E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8264356" y="3505180"/>
                    <a:ext cx="112123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29">
                <p14:nvContentPartPr>
                  <p14:cNvPr id="352" name="Ink 351">
                    <a:extLst>
                      <a:ext uri="{FF2B5EF4-FFF2-40B4-BE49-F238E27FC236}">
                        <a16:creationId xmlns:a16="http://schemas.microsoft.com/office/drawing/2014/main" id="{5C8517A7-1877-CB13-B876-0E42F134ADA0}"/>
                      </a:ext>
                    </a:extLst>
                  </p14:cNvPr>
                  <p14:cNvContentPartPr/>
                  <p14:nvPr/>
                </p14:nvContentPartPr>
                <p14:xfrm>
                  <a:off x="7691750" y="3567820"/>
                  <a:ext cx="1305360" cy="360"/>
                </p14:xfrm>
              </p:contentPart>
            </mc:Choice>
            <mc:Fallback xmlns="">
              <p:pic>
                <p:nvPicPr>
                  <p:cNvPr id="352" name="Ink 351">
                    <a:extLst>
                      <a:ext uri="{FF2B5EF4-FFF2-40B4-BE49-F238E27FC236}">
                        <a16:creationId xmlns:a16="http://schemas.microsoft.com/office/drawing/2014/main" id="{5C8517A7-1877-CB13-B876-0E42F134ADA0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7608042" y="3505180"/>
                    <a:ext cx="1472297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03F4DC6C-9F03-3619-940C-530F866493F2}"/>
                </a:ext>
              </a:extLst>
            </p:cNvPr>
            <p:cNvGrpSpPr/>
            <p:nvPr/>
          </p:nvGrpSpPr>
          <p:grpSpPr>
            <a:xfrm>
              <a:off x="8721080" y="1842035"/>
              <a:ext cx="1302120" cy="360"/>
              <a:chOff x="8092430" y="1535260"/>
              <a:chExt cx="130212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31">
                <p14:nvContentPartPr>
                  <p14:cNvPr id="340" name="Ink 339">
                    <a:extLst>
                      <a:ext uri="{FF2B5EF4-FFF2-40B4-BE49-F238E27FC236}">
                        <a16:creationId xmlns:a16="http://schemas.microsoft.com/office/drawing/2014/main" id="{306329E6-19DD-FA47-8124-0FC0782BC82C}"/>
                      </a:ext>
                    </a:extLst>
                  </p14:cNvPr>
                  <p14:cNvContentPartPr/>
                  <p14:nvPr/>
                </p14:nvContentPartPr>
                <p14:xfrm>
                  <a:off x="8092430" y="1535260"/>
                  <a:ext cx="5040" cy="360"/>
                </p14:xfrm>
              </p:contentPart>
            </mc:Choice>
            <mc:Fallback xmlns="">
              <p:pic>
                <p:nvPicPr>
                  <p:cNvPr id="340" name="Ink 339">
                    <a:extLst>
                      <a:ext uri="{FF2B5EF4-FFF2-40B4-BE49-F238E27FC236}">
                        <a16:creationId xmlns:a16="http://schemas.microsoft.com/office/drawing/2014/main" id="{306329E6-19DD-FA47-8124-0FC0782BC82C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8012706" y="1472620"/>
                    <a:ext cx="164945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33">
                <p14:nvContentPartPr>
                  <p14:cNvPr id="341" name="Ink 340">
                    <a:extLst>
                      <a:ext uri="{FF2B5EF4-FFF2-40B4-BE49-F238E27FC236}">
                        <a16:creationId xmlns:a16="http://schemas.microsoft.com/office/drawing/2014/main" id="{5250A117-8F28-E201-48B0-8D9ED79A8EDC}"/>
                      </a:ext>
                    </a:extLst>
                  </p14:cNvPr>
                  <p14:cNvContentPartPr/>
                  <p14:nvPr/>
                </p14:nvContentPartPr>
                <p14:xfrm>
                  <a:off x="8098910" y="1535260"/>
                  <a:ext cx="360" cy="360"/>
                </p14:xfrm>
              </p:contentPart>
            </mc:Choice>
            <mc:Fallback xmlns="">
              <p:pic>
                <p:nvPicPr>
                  <p:cNvPr id="341" name="Ink 340">
                    <a:extLst>
                      <a:ext uri="{FF2B5EF4-FFF2-40B4-BE49-F238E27FC236}">
                        <a16:creationId xmlns:a16="http://schemas.microsoft.com/office/drawing/2014/main" id="{5250A117-8F28-E201-48B0-8D9ED79A8EDC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8035910" y="147262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35">
                <p14:nvContentPartPr>
                  <p14:cNvPr id="342" name="Ink 341">
                    <a:extLst>
                      <a:ext uri="{FF2B5EF4-FFF2-40B4-BE49-F238E27FC236}">
                        <a16:creationId xmlns:a16="http://schemas.microsoft.com/office/drawing/2014/main" id="{5537FAEC-8634-3390-D618-CF7837FA5CB1}"/>
                      </a:ext>
                    </a:extLst>
                  </p14:cNvPr>
                  <p14:cNvContentPartPr/>
                  <p14:nvPr/>
                </p14:nvContentPartPr>
                <p14:xfrm>
                  <a:off x="8340830" y="1535260"/>
                  <a:ext cx="7560" cy="360"/>
                </p14:xfrm>
              </p:contentPart>
            </mc:Choice>
            <mc:Fallback xmlns="">
              <p:pic>
                <p:nvPicPr>
                  <p:cNvPr id="342" name="Ink 341">
                    <a:extLst>
                      <a:ext uri="{FF2B5EF4-FFF2-40B4-BE49-F238E27FC236}">
                        <a16:creationId xmlns:a16="http://schemas.microsoft.com/office/drawing/2014/main" id="{5537FAEC-8634-3390-D618-CF7837FA5CB1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8258142" y="1472620"/>
                    <a:ext cx="172463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37">
                <p14:nvContentPartPr>
                  <p14:cNvPr id="343" name="Ink 342">
                    <a:extLst>
                      <a:ext uri="{FF2B5EF4-FFF2-40B4-BE49-F238E27FC236}">
                        <a16:creationId xmlns:a16="http://schemas.microsoft.com/office/drawing/2014/main" id="{7EB29925-4DAA-4984-8B09-2D315A956D40}"/>
                      </a:ext>
                    </a:extLst>
                  </p14:cNvPr>
                  <p14:cNvContentPartPr/>
                  <p14:nvPr/>
                </p14:nvContentPartPr>
                <p14:xfrm>
                  <a:off x="8570150" y="1535260"/>
                  <a:ext cx="17280" cy="360"/>
                </p14:xfrm>
              </p:contentPart>
            </mc:Choice>
            <mc:Fallback xmlns="">
              <p:pic>
                <p:nvPicPr>
                  <p:cNvPr id="343" name="Ink 342">
                    <a:extLst>
                      <a:ext uri="{FF2B5EF4-FFF2-40B4-BE49-F238E27FC236}">
                        <a16:creationId xmlns:a16="http://schemas.microsoft.com/office/drawing/2014/main" id="{7EB29925-4DAA-4984-8B09-2D315A956D40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8488420" y="1472620"/>
                    <a:ext cx="180272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39">
                <p14:nvContentPartPr>
                  <p14:cNvPr id="344" name="Ink 343">
                    <a:extLst>
                      <a:ext uri="{FF2B5EF4-FFF2-40B4-BE49-F238E27FC236}">
                        <a16:creationId xmlns:a16="http://schemas.microsoft.com/office/drawing/2014/main" id="{3AAB57DA-A550-C3A0-6792-9B1D2CA92251}"/>
                      </a:ext>
                    </a:extLst>
                  </p14:cNvPr>
                  <p14:cNvContentPartPr/>
                  <p14:nvPr/>
                </p14:nvContentPartPr>
                <p14:xfrm>
                  <a:off x="9362150" y="1535260"/>
                  <a:ext cx="32400" cy="360"/>
                </p14:xfrm>
              </p:contentPart>
            </mc:Choice>
            <mc:Fallback xmlns="">
              <p:pic>
                <p:nvPicPr>
                  <p:cNvPr id="344" name="Ink 343">
                    <a:extLst>
                      <a:ext uri="{FF2B5EF4-FFF2-40B4-BE49-F238E27FC236}">
                        <a16:creationId xmlns:a16="http://schemas.microsoft.com/office/drawing/2014/main" id="{3AAB57DA-A550-C3A0-6792-9B1D2CA92251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9278768" y="1472620"/>
                    <a:ext cx="198688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41">
                <p14:nvContentPartPr>
                  <p14:cNvPr id="355" name="Ink 354">
                    <a:extLst>
                      <a:ext uri="{FF2B5EF4-FFF2-40B4-BE49-F238E27FC236}">
                        <a16:creationId xmlns:a16="http://schemas.microsoft.com/office/drawing/2014/main" id="{6053FB91-066D-B7F6-28F5-0790372CF3FB}"/>
                      </a:ext>
                    </a:extLst>
                  </p14:cNvPr>
                  <p14:cNvContentPartPr/>
                  <p14:nvPr/>
                </p14:nvContentPartPr>
                <p14:xfrm>
                  <a:off x="8884790" y="1535260"/>
                  <a:ext cx="2880" cy="360"/>
                </p14:xfrm>
              </p:contentPart>
            </mc:Choice>
            <mc:Fallback xmlns="">
              <p:pic>
                <p:nvPicPr>
                  <p:cNvPr id="355" name="Ink 354">
                    <a:extLst>
                      <a:ext uri="{FF2B5EF4-FFF2-40B4-BE49-F238E27FC236}">
                        <a16:creationId xmlns:a16="http://schemas.microsoft.com/office/drawing/2014/main" id="{6053FB91-066D-B7F6-28F5-0790372CF3FB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8800790" y="1472620"/>
                    <a:ext cx="1704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43">
                <p14:nvContentPartPr>
                  <p14:cNvPr id="356" name="Ink 355">
                    <a:extLst>
                      <a:ext uri="{FF2B5EF4-FFF2-40B4-BE49-F238E27FC236}">
                        <a16:creationId xmlns:a16="http://schemas.microsoft.com/office/drawing/2014/main" id="{3F97B1FF-CB12-9686-F4BD-5313C410F0E9}"/>
                      </a:ext>
                    </a:extLst>
                  </p14:cNvPr>
                  <p14:cNvContentPartPr/>
                  <p14:nvPr/>
                </p14:nvContentPartPr>
                <p14:xfrm>
                  <a:off x="8856710" y="1535260"/>
                  <a:ext cx="288000" cy="360"/>
                </p14:xfrm>
              </p:contentPart>
            </mc:Choice>
            <mc:Fallback xmlns="">
              <p:pic>
                <p:nvPicPr>
                  <p:cNvPr id="356" name="Ink 355">
                    <a:extLst>
                      <a:ext uri="{FF2B5EF4-FFF2-40B4-BE49-F238E27FC236}">
                        <a16:creationId xmlns:a16="http://schemas.microsoft.com/office/drawing/2014/main" id="{3F97B1FF-CB12-9686-F4BD-5313C410F0E9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8773128" y="1472620"/>
                    <a:ext cx="454687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45">
                <p14:nvContentPartPr>
                  <p14:cNvPr id="357" name="Ink 356">
                    <a:extLst>
                      <a:ext uri="{FF2B5EF4-FFF2-40B4-BE49-F238E27FC236}">
                        <a16:creationId xmlns:a16="http://schemas.microsoft.com/office/drawing/2014/main" id="{6DCEFC0F-2A3C-7DA1-17AF-CB8F418DEC7C}"/>
                      </a:ext>
                    </a:extLst>
                  </p14:cNvPr>
                  <p14:cNvContentPartPr/>
                  <p14:nvPr/>
                </p14:nvContentPartPr>
                <p14:xfrm>
                  <a:off x="9241190" y="1535260"/>
                  <a:ext cx="49320" cy="360"/>
                </p14:xfrm>
              </p:contentPart>
            </mc:Choice>
            <mc:Fallback xmlns="">
              <p:pic>
                <p:nvPicPr>
                  <p:cNvPr id="357" name="Ink 356">
                    <a:extLst>
                      <a:ext uri="{FF2B5EF4-FFF2-40B4-BE49-F238E27FC236}">
                        <a16:creationId xmlns:a16="http://schemas.microsoft.com/office/drawing/2014/main" id="{6DCEFC0F-2A3C-7DA1-17AF-CB8F418DEC7C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9158200" y="1472620"/>
                    <a:ext cx="214827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A23E8192-22FE-5C5C-CEAE-32EB8BA0E342}"/>
                    </a:ext>
                  </a:extLst>
                </p14:cNvPr>
                <p14:cNvContentPartPr/>
                <p14:nvPr/>
              </p14:nvContentPartPr>
              <p14:xfrm>
                <a:off x="9355760" y="3007715"/>
                <a:ext cx="360" cy="3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A23E8192-22FE-5C5C-CEAE-32EB8BA0E34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92760" y="29450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6443DAD3-84CC-E7DE-E00A-58CBE6841BB4}"/>
                </a:ext>
              </a:extLst>
            </p:cNvPr>
            <p:cNvGrpSpPr/>
            <p:nvPr/>
          </p:nvGrpSpPr>
          <p:grpSpPr>
            <a:xfrm>
              <a:off x="9368000" y="2715395"/>
              <a:ext cx="6840" cy="360"/>
              <a:chOff x="8739350" y="2408620"/>
              <a:chExt cx="684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49">
                <p14:nvContentPartPr>
                  <p14:cNvPr id="360" name="Ink 359">
                    <a:extLst>
                      <a:ext uri="{FF2B5EF4-FFF2-40B4-BE49-F238E27FC236}">
                        <a16:creationId xmlns:a16="http://schemas.microsoft.com/office/drawing/2014/main" id="{50816B8E-DB49-17CB-9D2F-FFD9944B3DBD}"/>
                      </a:ext>
                    </a:extLst>
                  </p14:cNvPr>
                  <p14:cNvContentPartPr/>
                  <p14:nvPr/>
                </p14:nvContentPartPr>
                <p14:xfrm>
                  <a:off x="8745830" y="2408620"/>
                  <a:ext cx="360" cy="360"/>
                </p14:xfrm>
              </p:contentPart>
            </mc:Choice>
            <mc:Fallback xmlns="">
              <p:pic>
                <p:nvPicPr>
                  <p:cNvPr id="360" name="Ink 359">
                    <a:extLst>
                      <a:ext uri="{FF2B5EF4-FFF2-40B4-BE49-F238E27FC236}">
                        <a16:creationId xmlns:a16="http://schemas.microsoft.com/office/drawing/2014/main" id="{50816B8E-DB49-17CB-9D2F-FFD9944B3DBD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8682830" y="234562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51">
                <p14:nvContentPartPr>
                  <p14:cNvPr id="361" name="Ink 360">
                    <a:extLst>
                      <a:ext uri="{FF2B5EF4-FFF2-40B4-BE49-F238E27FC236}">
                        <a16:creationId xmlns:a16="http://schemas.microsoft.com/office/drawing/2014/main" id="{D00E367D-D341-675B-C756-487BB0F156DF}"/>
                      </a:ext>
                    </a:extLst>
                  </p14:cNvPr>
                  <p14:cNvContentPartPr/>
                  <p14:nvPr/>
                </p14:nvContentPartPr>
                <p14:xfrm>
                  <a:off x="8739350" y="2408620"/>
                  <a:ext cx="360" cy="360"/>
                </p14:xfrm>
              </p:contentPart>
            </mc:Choice>
            <mc:Fallback xmlns="">
              <p:pic>
                <p:nvPicPr>
                  <p:cNvPr id="361" name="Ink 360">
                    <a:extLst>
                      <a:ext uri="{FF2B5EF4-FFF2-40B4-BE49-F238E27FC236}">
                        <a16:creationId xmlns:a16="http://schemas.microsoft.com/office/drawing/2014/main" id="{D00E367D-D341-675B-C756-487BB0F156DF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8676710" y="234562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1" name="Group 370">
              <a:extLst>
                <a:ext uri="{FF2B5EF4-FFF2-40B4-BE49-F238E27FC236}">
                  <a16:creationId xmlns:a16="http://schemas.microsoft.com/office/drawing/2014/main" id="{F313F78D-2F57-0876-5066-38EDA5CE186E}"/>
                </a:ext>
              </a:extLst>
            </p:cNvPr>
            <p:cNvGrpSpPr/>
            <p:nvPr/>
          </p:nvGrpSpPr>
          <p:grpSpPr>
            <a:xfrm>
              <a:off x="2838320" y="4746875"/>
              <a:ext cx="72720" cy="360"/>
              <a:chOff x="2209670" y="4440100"/>
              <a:chExt cx="7272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52">
                <p14:nvContentPartPr>
                  <p14:cNvPr id="363" name="Ink 362">
                    <a:extLst>
                      <a:ext uri="{FF2B5EF4-FFF2-40B4-BE49-F238E27FC236}">
                        <a16:creationId xmlns:a16="http://schemas.microsoft.com/office/drawing/2014/main" id="{E45FF909-B206-E14B-4844-0F7211D10AB8}"/>
                      </a:ext>
                    </a:extLst>
                  </p14:cNvPr>
                  <p14:cNvContentPartPr/>
                  <p14:nvPr/>
                </p14:nvContentPartPr>
                <p14:xfrm>
                  <a:off x="2267630" y="4440100"/>
                  <a:ext cx="14760" cy="360"/>
                </p14:xfrm>
              </p:contentPart>
            </mc:Choice>
            <mc:Fallback xmlns="">
              <p:pic>
                <p:nvPicPr>
                  <p:cNvPr id="363" name="Ink 362">
                    <a:extLst>
                      <a:ext uri="{FF2B5EF4-FFF2-40B4-BE49-F238E27FC236}">
                        <a16:creationId xmlns:a16="http://schemas.microsoft.com/office/drawing/2014/main" id="{E45FF909-B206-E14B-4844-0F7211D10AB8}"/>
                      </a:ext>
                    </a:extLst>
                  </p:cNvPr>
                  <p:cNvPicPr/>
                  <p:nvPr/>
                </p:nvPicPr>
                <p:blipFill>
                  <a:blip r:embed="rId153"/>
                  <a:stretch>
                    <a:fillRect/>
                  </a:stretch>
                </p:blipFill>
                <p:spPr>
                  <a:xfrm>
                    <a:off x="2184307" y="4377460"/>
                    <a:ext cx="180929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54">
                <p14:nvContentPartPr>
                  <p14:cNvPr id="364" name="Ink 363">
                    <a:extLst>
                      <a:ext uri="{FF2B5EF4-FFF2-40B4-BE49-F238E27FC236}">
                        <a16:creationId xmlns:a16="http://schemas.microsoft.com/office/drawing/2014/main" id="{FEEF7AAB-9352-EEAE-BEAD-E807F9F42425}"/>
                      </a:ext>
                    </a:extLst>
                  </p14:cNvPr>
                  <p14:cNvContentPartPr/>
                  <p14:nvPr/>
                </p14:nvContentPartPr>
                <p14:xfrm>
                  <a:off x="2209670" y="4440100"/>
                  <a:ext cx="360" cy="360"/>
                </p14:xfrm>
              </p:contentPart>
            </mc:Choice>
            <mc:Fallback xmlns="">
              <p:pic>
                <p:nvPicPr>
                  <p:cNvPr id="364" name="Ink 363">
                    <a:extLst>
                      <a:ext uri="{FF2B5EF4-FFF2-40B4-BE49-F238E27FC236}">
                        <a16:creationId xmlns:a16="http://schemas.microsoft.com/office/drawing/2014/main" id="{FEEF7AAB-9352-EEAE-BEAD-E807F9F42425}"/>
                      </a:ext>
                    </a:extLst>
                  </p:cNvPr>
                  <p:cNvPicPr/>
                  <p:nvPr/>
                </p:nvPicPr>
                <p:blipFill>
                  <a:blip r:embed="rId155"/>
                  <a:stretch>
                    <a:fillRect/>
                  </a:stretch>
                </p:blipFill>
                <p:spPr>
                  <a:xfrm>
                    <a:off x="2146670" y="437746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9FE428DA-6E80-CA7B-B4C3-08BD386EE5A3}"/>
                    </a:ext>
                  </a:extLst>
                </p14:cNvPr>
                <p14:cNvContentPartPr/>
                <p14:nvPr/>
              </p14:nvContentPartPr>
              <p14:xfrm>
                <a:off x="2747600" y="5040275"/>
                <a:ext cx="360" cy="3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9FE428DA-6E80-CA7B-B4C3-08BD386EE5A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84960" y="49776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EA04CA6F-60E7-8E25-9780-5AA94B77EAAC}"/>
                    </a:ext>
                  </a:extLst>
                </p14:cNvPr>
                <p14:cNvContentPartPr/>
                <p14:nvPr/>
              </p14:nvContentPartPr>
              <p14:xfrm>
                <a:off x="2557880" y="5326835"/>
                <a:ext cx="15120" cy="3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EA04CA6F-60E7-8E25-9780-5AA94B77EAA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75665" y="5263835"/>
                  <a:ext cx="180023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49BB704C-CBCF-C7C3-BC97-05C0A28F57BF}"/>
                    </a:ext>
                  </a:extLst>
                </p14:cNvPr>
                <p14:cNvContentPartPr/>
                <p14:nvPr/>
              </p14:nvContentPartPr>
              <p14:xfrm>
                <a:off x="2326760" y="5620235"/>
                <a:ext cx="22320" cy="3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49BB704C-CBCF-C7C3-BC97-05C0A28F57B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44129" y="5557235"/>
                  <a:ext cx="188058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CA16EF78-9F90-E42E-EFF5-D08BEF92C9D4}"/>
                    </a:ext>
                  </a:extLst>
                </p14:cNvPr>
                <p14:cNvContentPartPr/>
                <p14:nvPr/>
              </p14:nvContentPartPr>
              <p14:xfrm>
                <a:off x="2094920" y="5912555"/>
                <a:ext cx="12600" cy="3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CA16EF78-9F90-E42E-EFF5-D08BEF92C9D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013253" y="5849915"/>
                  <a:ext cx="175467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DCDC936-D433-76AC-B30F-3A8EC40C9FE6}"/>
                    </a:ext>
                  </a:extLst>
                </p14:cNvPr>
                <p14:cNvContentPartPr/>
                <p14:nvPr/>
              </p14:nvContentPartPr>
              <p14:xfrm>
                <a:off x="1818800" y="6199835"/>
                <a:ext cx="28440" cy="3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DCDC936-D433-76AC-B30F-3A8EC40C9FE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36324" y="6136835"/>
                  <a:ext cx="193866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966FB996-5BCE-B671-1D46-CFF575C1EB0E}"/>
                    </a:ext>
                  </a:extLst>
                </p14:cNvPr>
                <p14:cNvContentPartPr/>
                <p14:nvPr/>
              </p14:nvContentPartPr>
              <p14:xfrm>
                <a:off x="1713680" y="6492515"/>
                <a:ext cx="1190880" cy="3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966FB996-5BCE-B671-1D46-CFF575C1EB0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30462" y="6429515"/>
                  <a:ext cx="1357795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1EF627AA-4FF8-8983-5CFD-58DDCBEFFE5C}"/>
                </a:ext>
              </a:extLst>
            </p:cNvPr>
            <p:cNvGrpSpPr/>
            <p:nvPr/>
          </p:nvGrpSpPr>
          <p:grpSpPr>
            <a:xfrm>
              <a:off x="4011920" y="5040275"/>
              <a:ext cx="48600" cy="360"/>
              <a:chOff x="3383270" y="4733500"/>
              <a:chExt cx="4860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68">
                <p14:nvContentPartPr>
                  <p14:cNvPr id="372" name="Ink 371">
                    <a:extLst>
                      <a:ext uri="{FF2B5EF4-FFF2-40B4-BE49-F238E27FC236}">
                        <a16:creationId xmlns:a16="http://schemas.microsoft.com/office/drawing/2014/main" id="{575F534E-5F64-1663-FDF9-D3B70A5BD89C}"/>
                      </a:ext>
                    </a:extLst>
                  </p14:cNvPr>
                  <p14:cNvContentPartPr/>
                  <p14:nvPr/>
                </p14:nvContentPartPr>
                <p14:xfrm>
                  <a:off x="3383270" y="4733500"/>
                  <a:ext cx="360" cy="360"/>
                </p14:xfrm>
              </p:contentPart>
            </mc:Choice>
            <mc:Fallback xmlns="">
              <p:pic>
                <p:nvPicPr>
                  <p:cNvPr id="372" name="Ink 371">
                    <a:extLst>
                      <a:ext uri="{FF2B5EF4-FFF2-40B4-BE49-F238E27FC236}">
                        <a16:creationId xmlns:a16="http://schemas.microsoft.com/office/drawing/2014/main" id="{575F534E-5F64-1663-FDF9-D3B70A5BD89C}"/>
                      </a:ext>
                    </a:extLst>
                  </p:cNvPr>
                  <p:cNvPicPr/>
                  <p:nvPr/>
                </p:nvPicPr>
                <p:blipFill>
                  <a:blip r:embed="rId169"/>
                  <a:stretch>
                    <a:fillRect/>
                  </a:stretch>
                </p:blipFill>
                <p:spPr>
                  <a:xfrm>
                    <a:off x="3320270" y="467086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70">
                <p14:nvContentPartPr>
                  <p14:cNvPr id="373" name="Ink 372">
                    <a:extLst>
                      <a:ext uri="{FF2B5EF4-FFF2-40B4-BE49-F238E27FC236}">
                        <a16:creationId xmlns:a16="http://schemas.microsoft.com/office/drawing/2014/main" id="{EF01A94B-23D3-AEC5-8040-788222A6E307}"/>
                      </a:ext>
                    </a:extLst>
                  </p14:cNvPr>
                  <p14:cNvContentPartPr/>
                  <p14:nvPr/>
                </p14:nvContentPartPr>
                <p14:xfrm>
                  <a:off x="3431510" y="4733500"/>
                  <a:ext cx="360" cy="360"/>
                </p14:xfrm>
              </p:contentPart>
            </mc:Choice>
            <mc:Fallback xmlns="">
              <p:pic>
                <p:nvPicPr>
                  <p:cNvPr id="373" name="Ink 372">
                    <a:extLst>
                      <a:ext uri="{FF2B5EF4-FFF2-40B4-BE49-F238E27FC236}">
                        <a16:creationId xmlns:a16="http://schemas.microsoft.com/office/drawing/2014/main" id="{EF01A94B-23D3-AEC5-8040-788222A6E307}"/>
                      </a:ext>
                    </a:extLst>
                  </p:cNvPr>
                  <p:cNvPicPr/>
                  <p:nvPr/>
                </p:nvPicPr>
                <p:blipFill>
                  <a:blip r:embed="rId171"/>
                  <a:stretch>
                    <a:fillRect/>
                  </a:stretch>
                </p:blipFill>
                <p:spPr>
                  <a:xfrm>
                    <a:off x="3368870" y="467086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A9A079D-3F73-0CD9-F915-CAB78A103F9E}"/>
                    </a:ext>
                  </a:extLst>
                </p14:cNvPr>
                <p14:cNvContentPartPr/>
                <p14:nvPr/>
              </p14:nvContentPartPr>
              <p14:xfrm>
                <a:off x="3995720" y="5326835"/>
                <a:ext cx="10080" cy="3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A9A079D-3F73-0CD9-F915-CAB78A103F9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15996" y="5263835"/>
                  <a:ext cx="169985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A67882F-D34C-3DA8-F702-B180532C6D10}"/>
                    </a:ext>
                  </a:extLst>
                </p14:cNvPr>
                <p14:cNvContentPartPr/>
                <p14:nvPr/>
              </p14:nvContentPartPr>
              <p14:xfrm>
                <a:off x="3816440" y="5620235"/>
                <a:ext cx="7560" cy="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A67882F-D34C-3DA8-F702-B180532C6D1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34225" y="5557235"/>
                  <a:ext cx="172463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9C3E233-E18B-D47D-52B4-E7FB2B4825FF}"/>
                    </a:ext>
                  </a:extLst>
                </p14:cNvPr>
                <p14:cNvContentPartPr/>
                <p14:nvPr/>
              </p14:nvContentPartPr>
              <p14:xfrm>
                <a:off x="3660920" y="5912555"/>
                <a:ext cx="360" cy="3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9C3E233-E18B-D47D-52B4-E7FB2B4825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97920" y="58499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4F30FA90-E1EF-D070-D522-AEB618D8371A}"/>
                    </a:ext>
                  </a:extLst>
                </p14:cNvPr>
                <p14:cNvContentPartPr/>
                <p14:nvPr/>
              </p14:nvContentPartPr>
              <p14:xfrm>
                <a:off x="3556880" y="6199835"/>
                <a:ext cx="7560" cy="3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4F30FA90-E1EF-D070-D522-AEB618D8371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74192" y="6136835"/>
                  <a:ext cx="172463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B844D1BF-B622-2685-1D08-82B5F3446A4F}"/>
                </a:ext>
              </a:extLst>
            </p:cNvPr>
            <p:cNvGrpSpPr/>
            <p:nvPr/>
          </p:nvGrpSpPr>
          <p:grpSpPr>
            <a:xfrm>
              <a:off x="3449240" y="6492515"/>
              <a:ext cx="1103760" cy="360"/>
              <a:chOff x="2820590" y="6185740"/>
              <a:chExt cx="110376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80">
                <p14:nvContentPartPr>
                  <p14:cNvPr id="378" name="Ink 377">
                    <a:extLst>
                      <a:ext uri="{FF2B5EF4-FFF2-40B4-BE49-F238E27FC236}">
                        <a16:creationId xmlns:a16="http://schemas.microsoft.com/office/drawing/2014/main" id="{FE9A981B-3AB2-EEAA-1558-545131724393}"/>
                      </a:ext>
                    </a:extLst>
                  </p14:cNvPr>
                  <p14:cNvContentPartPr/>
                  <p14:nvPr/>
                </p14:nvContentPartPr>
                <p14:xfrm>
                  <a:off x="2820590" y="6185740"/>
                  <a:ext cx="92520" cy="360"/>
                </p14:xfrm>
              </p:contentPart>
            </mc:Choice>
            <mc:Fallback xmlns="">
              <p:pic>
                <p:nvPicPr>
                  <p:cNvPr id="378" name="Ink 377">
                    <a:extLst>
                      <a:ext uri="{FF2B5EF4-FFF2-40B4-BE49-F238E27FC236}">
                        <a16:creationId xmlns:a16="http://schemas.microsoft.com/office/drawing/2014/main" id="{FE9A981B-3AB2-EEAA-1558-545131724393}"/>
                      </a:ext>
                    </a:extLst>
                  </p:cNvPr>
                  <p:cNvPicPr/>
                  <p:nvPr/>
                </p:nvPicPr>
                <p:blipFill>
                  <a:blip r:embed="rId181"/>
                  <a:stretch>
                    <a:fillRect/>
                  </a:stretch>
                </p:blipFill>
                <p:spPr>
                  <a:xfrm>
                    <a:off x="2737131" y="6122740"/>
                    <a:ext cx="258961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82">
                <p14:nvContentPartPr>
                  <p14:cNvPr id="379" name="Ink 378">
                    <a:extLst>
                      <a:ext uri="{FF2B5EF4-FFF2-40B4-BE49-F238E27FC236}">
                        <a16:creationId xmlns:a16="http://schemas.microsoft.com/office/drawing/2014/main" id="{892F287B-F7B4-3D5D-5560-7FB419F1A303}"/>
                      </a:ext>
                    </a:extLst>
                  </p14:cNvPr>
                  <p14:cNvContentPartPr/>
                  <p14:nvPr/>
                </p14:nvContentPartPr>
                <p14:xfrm>
                  <a:off x="3122630" y="6185740"/>
                  <a:ext cx="801720" cy="360"/>
                </p14:xfrm>
              </p:contentPart>
            </mc:Choice>
            <mc:Fallback xmlns="">
              <p:pic>
                <p:nvPicPr>
                  <p:cNvPr id="379" name="Ink 378">
                    <a:extLst>
                      <a:ext uri="{FF2B5EF4-FFF2-40B4-BE49-F238E27FC236}">
                        <a16:creationId xmlns:a16="http://schemas.microsoft.com/office/drawing/2014/main" id="{892F287B-F7B4-3D5D-5560-7FB419F1A303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3038968" y="6122740"/>
                    <a:ext cx="968566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6892187-63E7-2BFE-4EB3-9903ACD5ACB0}"/>
                    </a:ext>
                  </a:extLst>
                </p14:cNvPr>
                <p14:cNvContentPartPr/>
                <p14:nvPr/>
              </p14:nvContentPartPr>
              <p14:xfrm>
                <a:off x="4646240" y="6199835"/>
                <a:ext cx="360" cy="3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6892187-63E7-2BFE-4EB3-9903ACD5AC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83600" y="6136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815DBA7-6DB3-E03B-B3FD-F7417B5B57C4}"/>
                    </a:ext>
                  </a:extLst>
                </p14:cNvPr>
                <p14:cNvContentPartPr/>
                <p14:nvPr/>
              </p14:nvContentPartPr>
              <p14:xfrm>
                <a:off x="4730480" y="5912555"/>
                <a:ext cx="10080" cy="3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815DBA7-6DB3-E03B-B3FD-F7417B5B57C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650756" y="5849915"/>
                  <a:ext cx="169985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F3C3BEDF-911F-9AC1-E1FA-DCA78421D56C}"/>
                    </a:ext>
                  </a:extLst>
                </p14:cNvPr>
                <p14:cNvContentPartPr/>
                <p14:nvPr/>
              </p14:nvContentPartPr>
              <p14:xfrm>
                <a:off x="4875920" y="5620235"/>
                <a:ext cx="2880" cy="3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F3C3BEDF-911F-9AC1-E1FA-DCA78421D56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791920" y="5557235"/>
                  <a:ext cx="170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C9A0AC2-D547-1D4F-EC54-AB1A53103C29}"/>
                    </a:ext>
                  </a:extLst>
                </p14:cNvPr>
                <p14:cNvContentPartPr/>
                <p14:nvPr/>
              </p14:nvContentPartPr>
              <p14:xfrm>
                <a:off x="5003000" y="5326835"/>
                <a:ext cx="360" cy="3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C9A0AC2-D547-1D4F-EC54-AB1A53103C2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940000" y="5263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B8A6F0D6-E269-90A8-947E-B98647909F6E}"/>
                    </a:ext>
                  </a:extLst>
                </p14:cNvPr>
                <p14:cNvContentPartPr/>
                <p14:nvPr/>
              </p14:nvContentPartPr>
              <p14:xfrm>
                <a:off x="5105960" y="5040275"/>
                <a:ext cx="360" cy="3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B8A6F0D6-E269-90A8-947E-B98647909F6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042960" y="49776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54E4FC79-041A-5C24-C516-CC546F6D4931}"/>
                </a:ext>
              </a:extLst>
            </p:cNvPr>
            <p:cNvGrpSpPr/>
            <p:nvPr/>
          </p:nvGrpSpPr>
          <p:grpSpPr>
            <a:xfrm>
              <a:off x="6650720" y="5040275"/>
              <a:ext cx="251280" cy="360"/>
              <a:chOff x="6022070" y="4733500"/>
              <a:chExt cx="25128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93">
                <p14:nvContentPartPr>
                  <p14:cNvPr id="387" name="Ink 386">
                    <a:extLst>
                      <a:ext uri="{FF2B5EF4-FFF2-40B4-BE49-F238E27FC236}">
                        <a16:creationId xmlns:a16="http://schemas.microsoft.com/office/drawing/2014/main" id="{FE23592A-9E58-4C7F-EECA-7162719F2E9E}"/>
                      </a:ext>
                    </a:extLst>
                  </p14:cNvPr>
                  <p14:cNvContentPartPr/>
                  <p14:nvPr/>
                </p14:nvContentPartPr>
                <p14:xfrm>
                  <a:off x="6272990" y="4733500"/>
                  <a:ext cx="360" cy="360"/>
                </p14:xfrm>
              </p:contentPart>
            </mc:Choice>
            <mc:Fallback xmlns="">
              <p:pic>
                <p:nvPicPr>
                  <p:cNvPr id="387" name="Ink 386">
                    <a:extLst>
                      <a:ext uri="{FF2B5EF4-FFF2-40B4-BE49-F238E27FC236}">
                        <a16:creationId xmlns:a16="http://schemas.microsoft.com/office/drawing/2014/main" id="{FE23592A-9E58-4C7F-EECA-7162719F2E9E}"/>
                      </a:ext>
                    </a:extLst>
                  </p:cNvPr>
                  <p:cNvPicPr/>
                  <p:nvPr/>
                </p:nvPicPr>
                <p:blipFill>
                  <a:blip r:embed="rId194"/>
                  <a:stretch>
                    <a:fillRect/>
                  </a:stretch>
                </p:blipFill>
                <p:spPr>
                  <a:xfrm>
                    <a:off x="6209990" y="467086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195">
                <p14:nvContentPartPr>
                  <p14:cNvPr id="388" name="Ink 387">
                    <a:extLst>
                      <a:ext uri="{FF2B5EF4-FFF2-40B4-BE49-F238E27FC236}">
                        <a16:creationId xmlns:a16="http://schemas.microsoft.com/office/drawing/2014/main" id="{475E0D00-7256-B51F-751E-F3FA0DC53542}"/>
                      </a:ext>
                    </a:extLst>
                  </p14:cNvPr>
                  <p14:cNvContentPartPr/>
                  <p14:nvPr/>
                </p14:nvContentPartPr>
                <p14:xfrm>
                  <a:off x="6022070" y="4733500"/>
                  <a:ext cx="27360" cy="360"/>
                </p14:xfrm>
              </p:contentPart>
            </mc:Choice>
            <mc:Fallback xmlns="">
              <p:pic>
                <p:nvPicPr>
                  <p:cNvPr id="388" name="Ink 387">
                    <a:extLst>
                      <a:ext uri="{FF2B5EF4-FFF2-40B4-BE49-F238E27FC236}">
                        <a16:creationId xmlns:a16="http://schemas.microsoft.com/office/drawing/2014/main" id="{475E0D00-7256-B51F-751E-F3FA0DC53542}"/>
                      </a:ext>
                    </a:extLst>
                  </p:cNvPr>
                  <p:cNvPicPr/>
                  <p:nvPr/>
                </p:nvPicPr>
                <p:blipFill>
                  <a:blip r:embed="rId196"/>
                  <a:stretch>
                    <a:fillRect/>
                  </a:stretch>
                </p:blipFill>
                <p:spPr>
                  <a:xfrm>
                    <a:off x="5938070" y="4670860"/>
                    <a:ext cx="19488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7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D445555-8FB6-070B-3B2A-CC30957E2003}"/>
                    </a:ext>
                  </a:extLst>
                </p14:cNvPr>
                <p14:cNvContentPartPr/>
                <p14:nvPr/>
              </p14:nvContentPartPr>
              <p14:xfrm>
                <a:off x="5780240" y="5040275"/>
                <a:ext cx="589320" cy="3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D445555-8FB6-070B-3B2A-CC30957E200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696598" y="4977635"/>
                  <a:ext cx="756127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9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40F33C5-E1AB-3655-C0F1-6CF8AA4B5083}"/>
                    </a:ext>
                  </a:extLst>
                </p14:cNvPr>
                <p14:cNvContentPartPr/>
                <p14:nvPr/>
              </p14:nvContentPartPr>
              <p14:xfrm>
                <a:off x="5555600" y="5326835"/>
                <a:ext cx="10080" cy="3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40F33C5-E1AB-3655-C0F1-6CF8AA4B508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475876" y="5263835"/>
                  <a:ext cx="169985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1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3CB49EA1-5BA0-BF33-B581-50B986C8F7A6}"/>
                    </a:ext>
                  </a:extLst>
                </p14:cNvPr>
                <p14:cNvContentPartPr/>
                <p14:nvPr/>
              </p14:nvContentPartPr>
              <p14:xfrm>
                <a:off x="5401880" y="5620235"/>
                <a:ext cx="360" cy="3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3CB49EA1-5BA0-BF33-B581-50B986C8F7A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338880" y="55572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3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4C052392-3AD2-A69E-C6E7-EA71C9F0A4B7}"/>
                    </a:ext>
                  </a:extLst>
                </p14:cNvPr>
                <p14:cNvContentPartPr/>
                <p14:nvPr/>
              </p14:nvContentPartPr>
              <p14:xfrm>
                <a:off x="5311160" y="5912555"/>
                <a:ext cx="360" cy="3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4C052392-3AD2-A69E-C6E7-EA71C9F0A4B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248160" y="58499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5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5C7D7C4-AB65-5CCC-E2A7-46EF7DCE118F}"/>
                    </a:ext>
                  </a:extLst>
                </p14:cNvPr>
                <p14:cNvContentPartPr/>
                <p14:nvPr/>
              </p14:nvContentPartPr>
              <p14:xfrm>
                <a:off x="5257160" y="6199835"/>
                <a:ext cx="360" cy="3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5C7D7C4-AB65-5CCC-E2A7-46EF7DCE118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94520" y="6136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0D5C1FC9-DC19-E126-669B-BC562A65FD19}"/>
                </a:ext>
              </a:extLst>
            </p:cNvPr>
            <p:cNvGrpSpPr/>
            <p:nvPr/>
          </p:nvGrpSpPr>
          <p:grpSpPr>
            <a:xfrm>
              <a:off x="5299280" y="6492515"/>
              <a:ext cx="1426320" cy="360"/>
              <a:chOff x="4670630" y="6185740"/>
              <a:chExt cx="142632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06">
                <p14:nvContentPartPr>
                  <p14:cNvPr id="395" name="Ink 394">
                    <a:extLst>
                      <a:ext uri="{FF2B5EF4-FFF2-40B4-BE49-F238E27FC236}">
                        <a16:creationId xmlns:a16="http://schemas.microsoft.com/office/drawing/2014/main" id="{5BB3837B-E138-8745-C20D-0A62244194AE}"/>
                      </a:ext>
                    </a:extLst>
                  </p14:cNvPr>
                  <p14:cNvContentPartPr/>
                  <p14:nvPr/>
                </p14:nvContentPartPr>
                <p14:xfrm>
                  <a:off x="4670630" y="6185740"/>
                  <a:ext cx="360" cy="360"/>
                </p14:xfrm>
              </p:contentPart>
            </mc:Choice>
            <mc:Fallback xmlns="">
              <p:pic>
                <p:nvPicPr>
                  <p:cNvPr id="395" name="Ink 394">
                    <a:extLst>
                      <a:ext uri="{FF2B5EF4-FFF2-40B4-BE49-F238E27FC236}">
                        <a16:creationId xmlns:a16="http://schemas.microsoft.com/office/drawing/2014/main" id="{5BB3837B-E138-8745-C20D-0A62244194AE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4607990" y="61227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07">
                <p14:nvContentPartPr>
                  <p14:cNvPr id="396" name="Ink 395">
                    <a:extLst>
                      <a:ext uri="{FF2B5EF4-FFF2-40B4-BE49-F238E27FC236}">
                        <a16:creationId xmlns:a16="http://schemas.microsoft.com/office/drawing/2014/main" id="{4F8B6656-C8C1-32A6-A8FF-4780FC0739AE}"/>
                      </a:ext>
                    </a:extLst>
                  </p14:cNvPr>
                  <p14:cNvContentPartPr/>
                  <p14:nvPr/>
                </p14:nvContentPartPr>
                <p14:xfrm>
                  <a:off x="4821470" y="6185740"/>
                  <a:ext cx="1275480" cy="360"/>
                </p14:xfrm>
              </p:contentPart>
            </mc:Choice>
            <mc:Fallback xmlns="">
              <p:pic>
                <p:nvPicPr>
                  <p:cNvPr id="396" name="Ink 395">
                    <a:extLst>
                      <a:ext uri="{FF2B5EF4-FFF2-40B4-BE49-F238E27FC236}">
                        <a16:creationId xmlns:a16="http://schemas.microsoft.com/office/drawing/2014/main" id="{4F8B6656-C8C1-32A6-A8FF-4780FC0739AE}"/>
                      </a:ext>
                    </a:extLst>
                  </p:cNvPr>
                  <p:cNvPicPr/>
                  <p:nvPr/>
                </p:nvPicPr>
                <p:blipFill>
                  <a:blip r:embed="rId208"/>
                  <a:stretch>
                    <a:fillRect/>
                  </a:stretch>
                </p:blipFill>
                <p:spPr>
                  <a:xfrm>
                    <a:off x="4737777" y="6122740"/>
                    <a:ext cx="1442388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09" name="Group 408">
              <a:extLst>
                <a:ext uri="{FF2B5EF4-FFF2-40B4-BE49-F238E27FC236}">
                  <a16:creationId xmlns:a16="http://schemas.microsoft.com/office/drawing/2014/main" id="{2519F4BA-1A1C-B032-D33A-68B531509E14}"/>
                </a:ext>
              </a:extLst>
            </p:cNvPr>
            <p:cNvGrpSpPr/>
            <p:nvPr/>
          </p:nvGrpSpPr>
          <p:grpSpPr>
            <a:xfrm>
              <a:off x="7669160" y="5040275"/>
              <a:ext cx="24840" cy="360"/>
              <a:chOff x="7040510" y="4733500"/>
              <a:chExt cx="2484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09">
                <p14:nvContentPartPr>
                  <p14:cNvPr id="398" name="Ink 397">
                    <a:extLst>
                      <a:ext uri="{FF2B5EF4-FFF2-40B4-BE49-F238E27FC236}">
                        <a16:creationId xmlns:a16="http://schemas.microsoft.com/office/drawing/2014/main" id="{DAA1F926-48D8-E559-0482-CD3B8658874B}"/>
                      </a:ext>
                    </a:extLst>
                  </p14:cNvPr>
                  <p14:cNvContentPartPr/>
                  <p14:nvPr/>
                </p14:nvContentPartPr>
                <p14:xfrm>
                  <a:off x="7040510" y="4733500"/>
                  <a:ext cx="360" cy="360"/>
                </p14:xfrm>
              </p:contentPart>
            </mc:Choice>
            <mc:Fallback xmlns="">
              <p:pic>
                <p:nvPicPr>
                  <p:cNvPr id="398" name="Ink 397">
                    <a:extLst>
                      <a:ext uri="{FF2B5EF4-FFF2-40B4-BE49-F238E27FC236}">
                        <a16:creationId xmlns:a16="http://schemas.microsoft.com/office/drawing/2014/main" id="{DAA1F926-48D8-E559-0482-CD3B8658874B}"/>
                      </a:ext>
                    </a:extLst>
                  </p:cNvPr>
                  <p:cNvPicPr/>
                  <p:nvPr/>
                </p:nvPicPr>
                <p:blipFill>
                  <a:blip r:embed="rId210"/>
                  <a:stretch>
                    <a:fillRect/>
                  </a:stretch>
                </p:blipFill>
                <p:spPr>
                  <a:xfrm>
                    <a:off x="6977870" y="467086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11">
                <p14:nvContentPartPr>
                  <p14:cNvPr id="399" name="Ink 398">
                    <a:extLst>
                      <a:ext uri="{FF2B5EF4-FFF2-40B4-BE49-F238E27FC236}">
                        <a16:creationId xmlns:a16="http://schemas.microsoft.com/office/drawing/2014/main" id="{22AEC485-5995-E6EE-EEDE-E0DA47B71139}"/>
                      </a:ext>
                    </a:extLst>
                  </p14:cNvPr>
                  <p14:cNvContentPartPr/>
                  <p14:nvPr/>
                </p14:nvContentPartPr>
                <p14:xfrm>
                  <a:off x="7064990" y="4733500"/>
                  <a:ext cx="360" cy="360"/>
                </p14:xfrm>
              </p:contentPart>
            </mc:Choice>
            <mc:Fallback xmlns="">
              <p:pic>
                <p:nvPicPr>
                  <p:cNvPr id="399" name="Ink 398">
                    <a:extLst>
                      <a:ext uri="{FF2B5EF4-FFF2-40B4-BE49-F238E27FC236}">
                        <a16:creationId xmlns:a16="http://schemas.microsoft.com/office/drawing/2014/main" id="{22AEC485-5995-E6EE-EEDE-E0DA47B71139}"/>
                      </a:ext>
                    </a:extLst>
                  </p:cNvPr>
                  <p:cNvPicPr/>
                  <p:nvPr/>
                </p:nvPicPr>
                <p:blipFill>
                  <a:blip r:embed="rId212"/>
                  <a:stretch>
                    <a:fillRect/>
                  </a:stretch>
                </p:blipFill>
                <p:spPr>
                  <a:xfrm>
                    <a:off x="7001990" y="467086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2EAE01B3-D0CF-9741-7555-5FDFB9191626}"/>
                    </a:ext>
                  </a:extLst>
                </p14:cNvPr>
                <p14:cNvContentPartPr/>
                <p14:nvPr/>
              </p14:nvContentPartPr>
              <p14:xfrm>
                <a:off x="7681040" y="5326835"/>
                <a:ext cx="360" cy="3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2EAE01B3-D0CF-9741-7555-5FDFB919162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618040" y="5263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0D969AAA-09DD-0E5F-A58E-347E585C5570}"/>
                    </a:ext>
                  </a:extLst>
                </p14:cNvPr>
                <p14:cNvContentPartPr/>
                <p14:nvPr/>
              </p14:nvContentPartPr>
              <p14:xfrm>
                <a:off x="7596800" y="5620235"/>
                <a:ext cx="360" cy="3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0D969AAA-09DD-0E5F-A58E-347E585C557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533800" y="55572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08" name="Group 407">
              <a:extLst>
                <a:ext uri="{FF2B5EF4-FFF2-40B4-BE49-F238E27FC236}">
                  <a16:creationId xmlns:a16="http://schemas.microsoft.com/office/drawing/2014/main" id="{CE6824A5-2A5A-33D7-3E23-C1BCD7A71631}"/>
                </a:ext>
              </a:extLst>
            </p:cNvPr>
            <p:cNvGrpSpPr/>
            <p:nvPr/>
          </p:nvGrpSpPr>
          <p:grpSpPr>
            <a:xfrm>
              <a:off x="7306640" y="6492515"/>
              <a:ext cx="48600" cy="360"/>
              <a:chOff x="6677990" y="6185740"/>
              <a:chExt cx="4860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17">
                <p14:nvContentPartPr>
                  <p14:cNvPr id="404" name="Ink 403">
                    <a:extLst>
                      <a:ext uri="{FF2B5EF4-FFF2-40B4-BE49-F238E27FC236}">
                        <a16:creationId xmlns:a16="http://schemas.microsoft.com/office/drawing/2014/main" id="{AF864156-2E20-308B-68F3-45BFA8993F0C}"/>
                      </a:ext>
                    </a:extLst>
                  </p14:cNvPr>
                  <p14:cNvContentPartPr/>
                  <p14:nvPr/>
                </p14:nvContentPartPr>
                <p14:xfrm>
                  <a:off x="6726230" y="6185740"/>
                  <a:ext cx="360" cy="360"/>
                </p14:xfrm>
              </p:contentPart>
            </mc:Choice>
            <mc:Fallback xmlns="">
              <p:pic>
                <p:nvPicPr>
                  <p:cNvPr id="404" name="Ink 403">
                    <a:extLst>
                      <a:ext uri="{FF2B5EF4-FFF2-40B4-BE49-F238E27FC236}">
                        <a16:creationId xmlns:a16="http://schemas.microsoft.com/office/drawing/2014/main" id="{AF864156-2E20-308B-68F3-45BFA8993F0C}"/>
                      </a:ext>
                    </a:extLst>
                  </p:cNvPr>
                  <p:cNvPicPr/>
                  <p:nvPr/>
                </p:nvPicPr>
                <p:blipFill>
                  <a:blip r:embed="rId218"/>
                  <a:stretch>
                    <a:fillRect/>
                  </a:stretch>
                </p:blipFill>
                <p:spPr>
                  <a:xfrm>
                    <a:off x="6663230" y="61227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19">
                <p14:nvContentPartPr>
                  <p14:cNvPr id="405" name="Ink 404">
                    <a:extLst>
                      <a:ext uri="{FF2B5EF4-FFF2-40B4-BE49-F238E27FC236}">
                        <a16:creationId xmlns:a16="http://schemas.microsoft.com/office/drawing/2014/main" id="{3B211387-7BD4-2896-9471-237681573F92}"/>
                      </a:ext>
                    </a:extLst>
                  </p14:cNvPr>
                  <p14:cNvContentPartPr/>
                  <p14:nvPr/>
                </p14:nvContentPartPr>
                <p14:xfrm>
                  <a:off x="6677990" y="6185740"/>
                  <a:ext cx="360" cy="360"/>
                </p14:xfrm>
              </p:contentPart>
            </mc:Choice>
            <mc:Fallback xmlns="">
              <p:pic>
                <p:nvPicPr>
                  <p:cNvPr id="405" name="Ink 404">
                    <a:extLst>
                      <a:ext uri="{FF2B5EF4-FFF2-40B4-BE49-F238E27FC236}">
                        <a16:creationId xmlns:a16="http://schemas.microsoft.com/office/drawing/2014/main" id="{3B211387-7BD4-2896-9471-237681573F92}"/>
                      </a:ext>
                    </a:extLst>
                  </p:cNvPr>
                  <p:cNvPicPr/>
                  <p:nvPr/>
                </p:nvPicPr>
                <p:blipFill>
                  <a:blip r:embed="rId220"/>
                  <a:stretch>
                    <a:fillRect/>
                  </a:stretch>
                </p:blipFill>
                <p:spPr>
                  <a:xfrm>
                    <a:off x="6614990" y="61227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1DC0CFA0-0B73-DD15-36DC-8E2895427D76}"/>
                </a:ext>
              </a:extLst>
            </p:cNvPr>
            <p:cNvGrpSpPr/>
            <p:nvPr/>
          </p:nvGrpSpPr>
          <p:grpSpPr>
            <a:xfrm>
              <a:off x="7343000" y="6199835"/>
              <a:ext cx="72360" cy="360"/>
              <a:chOff x="6714350" y="5893060"/>
              <a:chExt cx="7236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21">
                <p14:nvContentPartPr>
                  <p14:cNvPr id="403" name="Ink 402">
                    <a:extLst>
                      <a:ext uri="{FF2B5EF4-FFF2-40B4-BE49-F238E27FC236}">
                        <a16:creationId xmlns:a16="http://schemas.microsoft.com/office/drawing/2014/main" id="{34D292CA-E3AE-E6F3-6D36-4635912C1098}"/>
                      </a:ext>
                    </a:extLst>
                  </p14:cNvPr>
                  <p14:cNvContentPartPr/>
                  <p14:nvPr/>
                </p14:nvContentPartPr>
                <p14:xfrm>
                  <a:off x="6786350" y="5893060"/>
                  <a:ext cx="360" cy="360"/>
                </p14:xfrm>
              </p:contentPart>
            </mc:Choice>
            <mc:Fallback xmlns="">
              <p:pic>
                <p:nvPicPr>
                  <p:cNvPr id="403" name="Ink 402">
                    <a:extLst>
                      <a:ext uri="{FF2B5EF4-FFF2-40B4-BE49-F238E27FC236}">
                        <a16:creationId xmlns:a16="http://schemas.microsoft.com/office/drawing/2014/main" id="{34D292CA-E3AE-E6F3-6D36-4635912C1098}"/>
                      </a:ext>
                    </a:extLst>
                  </p:cNvPr>
                  <p:cNvPicPr/>
                  <p:nvPr/>
                </p:nvPicPr>
                <p:blipFill>
                  <a:blip r:embed="rId222"/>
                  <a:stretch>
                    <a:fillRect/>
                  </a:stretch>
                </p:blipFill>
                <p:spPr>
                  <a:xfrm>
                    <a:off x="6723350" y="583006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23">
                <p14:nvContentPartPr>
                  <p14:cNvPr id="406" name="Ink 405">
                    <a:extLst>
                      <a:ext uri="{FF2B5EF4-FFF2-40B4-BE49-F238E27FC236}">
                        <a16:creationId xmlns:a16="http://schemas.microsoft.com/office/drawing/2014/main" id="{DDC7DEC5-1DE8-9B66-C184-9B54370FBBD3}"/>
                      </a:ext>
                    </a:extLst>
                  </p14:cNvPr>
                  <p14:cNvContentPartPr/>
                  <p14:nvPr/>
                </p14:nvContentPartPr>
                <p14:xfrm>
                  <a:off x="6714350" y="5893060"/>
                  <a:ext cx="360" cy="360"/>
                </p14:xfrm>
              </p:contentPart>
            </mc:Choice>
            <mc:Fallback xmlns="">
              <p:pic>
                <p:nvPicPr>
                  <p:cNvPr id="406" name="Ink 405">
                    <a:extLst>
                      <a:ext uri="{FF2B5EF4-FFF2-40B4-BE49-F238E27FC236}">
                        <a16:creationId xmlns:a16="http://schemas.microsoft.com/office/drawing/2014/main" id="{DDC7DEC5-1DE8-9B66-C184-9B54370FBBD3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6651710" y="583006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6FC10501-6899-1617-34C4-447730BC5462}"/>
                    </a:ext>
                  </a:extLst>
                </p14:cNvPr>
                <p14:cNvContentPartPr/>
                <p14:nvPr/>
              </p14:nvContentPartPr>
              <p14:xfrm>
                <a:off x="7820720" y="5620235"/>
                <a:ext cx="84600" cy="3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6FC10501-6899-1617-34C4-447730BC546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37076" y="5557235"/>
                  <a:ext cx="25141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B4E39C0D-2E26-2A6A-091B-D8D4CF5A2C8A}"/>
                    </a:ext>
                  </a:extLst>
                </p14:cNvPr>
                <p14:cNvContentPartPr/>
                <p14:nvPr/>
              </p14:nvContentPartPr>
              <p14:xfrm>
                <a:off x="8340560" y="5326835"/>
                <a:ext cx="37080" cy="3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B4E39C0D-2E26-2A6A-091B-D8D4CF5A2C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257368" y="5263835"/>
                  <a:ext cx="202989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6AB175A-7950-E1AF-2979-C2A56892CBE6}"/>
                    </a:ext>
                  </a:extLst>
                </p14:cNvPr>
                <p14:cNvContentPartPr/>
                <p14:nvPr/>
              </p14:nvContentPartPr>
              <p14:xfrm>
                <a:off x="8848520" y="5040275"/>
                <a:ext cx="156240" cy="3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6AB175A-7950-E1AF-2979-C2A56892CBE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764905" y="4977635"/>
                  <a:ext cx="322992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AC396B36-DE05-19CF-787F-3713B4214067}"/>
                </a:ext>
              </a:extLst>
            </p:cNvPr>
            <p:cNvGrpSpPr/>
            <p:nvPr/>
          </p:nvGrpSpPr>
          <p:grpSpPr>
            <a:xfrm>
              <a:off x="7469720" y="5912555"/>
              <a:ext cx="443880" cy="360"/>
              <a:chOff x="6841070" y="5605780"/>
              <a:chExt cx="44388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30">
                <p14:nvContentPartPr>
                  <p14:cNvPr id="402" name="Ink 401">
                    <a:extLst>
                      <a:ext uri="{FF2B5EF4-FFF2-40B4-BE49-F238E27FC236}">
                        <a16:creationId xmlns:a16="http://schemas.microsoft.com/office/drawing/2014/main" id="{4AC22DF2-48C5-6930-4455-FB947D6EDC19}"/>
                      </a:ext>
                    </a:extLst>
                  </p14:cNvPr>
                  <p14:cNvContentPartPr/>
                  <p14:nvPr/>
                </p14:nvContentPartPr>
                <p14:xfrm>
                  <a:off x="6841070" y="5605780"/>
                  <a:ext cx="360" cy="360"/>
                </p14:xfrm>
              </p:contentPart>
            </mc:Choice>
            <mc:Fallback xmlns="">
              <p:pic>
                <p:nvPicPr>
                  <p:cNvPr id="402" name="Ink 401">
                    <a:extLst>
                      <a:ext uri="{FF2B5EF4-FFF2-40B4-BE49-F238E27FC236}">
                        <a16:creationId xmlns:a16="http://schemas.microsoft.com/office/drawing/2014/main" id="{4AC22DF2-48C5-6930-4455-FB947D6EDC19}"/>
                      </a:ext>
                    </a:extLst>
                  </p:cNvPr>
                  <p:cNvPicPr/>
                  <p:nvPr/>
                </p:nvPicPr>
                <p:blipFill>
                  <a:blip r:embed="rId231"/>
                  <a:stretch>
                    <a:fillRect/>
                  </a:stretch>
                </p:blipFill>
                <p:spPr>
                  <a:xfrm>
                    <a:off x="6778070" y="55431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32">
                <p14:nvContentPartPr>
                  <p14:cNvPr id="410" name="Ink 409">
                    <a:extLst>
                      <a:ext uri="{FF2B5EF4-FFF2-40B4-BE49-F238E27FC236}">
                        <a16:creationId xmlns:a16="http://schemas.microsoft.com/office/drawing/2014/main" id="{E7370A4C-A14F-403A-C62C-0002AF1C56BD}"/>
                      </a:ext>
                    </a:extLst>
                  </p14:cNvPr>
                  <p14:cNvContentPartPr/>
                  <p14:nvPr/>
                </p14:nvContentPartPr>
                <p14:xfrm>
                  <a:off x="6907310" y="5605780"/>
                  <a:ext cx="12600" cy="360"/>
                </p14:xfrm>
              </p:contentPart>
            </mc:Choice>
            <mc:Fallback xmlns="">
              <p:pic>
                <p:nvPicPr>
                  <p:cNvPr id="410" name="Ink 409">
                    <a:extLst>
                      <a:ext uri="{FF2B5EF4-FFF2-40B4-BE49-F238E27FC236}">
                        <a16:creationId xmlns:a16="http://schemas.microsoft.com/office/drawing/2014/main" id="{E7370A4C-A14F-403A-C62C-0002AF1C56BD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6825643" y="5543140"/>
                    <a:ext cx="175467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34">
                <p14:nvContentPartPr>
                  <p14:cNvPr id="415" name="Ink 414">
                    <a:extLst>
                      <a:ext uri="{FF2B5EF4-FFF2-40B4-BE49-F238E27FC236}">
                        <a16:creationId xmlns:a16="http://schemas.microsoft.com/office/drawing/2014/main" id="{DA940C68-1C3F-EAFC-EB45-45BEC2B60AE4}"/>
                      </a:ext>
                    </a:extLst>
                  </p14:cNvPr>
                  <p14:cNvContentPartPr/>
                  <p14:nvPr/>
                </p14:nvContentPartPr>
                <p14:xfrm>
                  <a:off x="7010270" y="5605780"/>
                  <a:ext cx="274680" cy="360"/>
                </p14:xfrm>
              </p:contentPart>
            </mc:Choice>
            <mc:Fallback xmlns="">
              <p:pic>
                <p:nvPicPr>
                  <p:cNvPr id="415" name="Ink 414">
                    <a:extLst>
                      <a:ext uri="{FF2B5EF4-FFF2-40B4-BE49-F238E27FC236}">
                        <a16:creationId xmlns:a16="http://schemas.microsoft.com/office/drawing/2014/main" id="{DA940C68-1C3F-EAFC-EB45-45BEC2B60AE4}"/>
                      </a:ext>
                    </a:extLst>
                  </p:cNvPr>
                  <p:cNvPicPr/>
                  <p:nvPr/>
                </p:nvPicPr>
                <p:blipFill>
                  <a:blip r:embed="rId235"/>
                  <a:stretch>
                    <a:fillRect/>
                  </a:stretch>
                </p:blipFill>
                <p:spPr>
                  <a:xfrm>
                    <a:off x="6926526" y="5543140"/>
                    <a:ext cx="441689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E8ED59B-8575-AA87-0356-847C3EA6FF94}"/>
                    </a:ext>
                  </a:extLst>
                </p14:cNvPr>
                <p14:cNvContentPartPr/>
                <p14:nvPr/>
              </p14:nvContentPartPr>
              <p14:xfrm>
                <a:off x="8303840" y="6199835"/>
                <a:ext cx="56880" cy="3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E8ED59B-8575-AA87-0356-847C3EA6FF9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220193" y="6136835"/>
                  <a:ext cx="223696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8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36D2290E-D76F-38CB-7FDD-9F2CAAE75F7B}"/>
                    </a:ext>
                  </a:extLst>
                </p14:cNvPr>
                <p14:cNvContentPartPr/>
                <p14:nvPr/>
              </p14:nvContentPartPr>
              <p14:xfrm>
                <a:off x="8739080" y="6492515"/>
                <a:ext cx="258120" cy="36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36D2290E-D76F-38CB-7FDD-9F2CAAE75F7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655908" y="6429515"/>
                  <a:ext cx="424942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0538D94-604E-4C85-43C2-511E81241271}"/>
                    </a:ext>
                  </a:extLst>
                </p14:cNvPr>
                <p14:cNvContentPartPr/>
                <p14:nvPr/>
              </p14:nvContentPartPr>
              <p14:xfrm>
                <a:off x="9785600" y="4746875"/>
                <a:ext cx="360" cy="3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0538D94-604E-4C85-43C2-511E8124127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722600" y="46842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FABC64B7-1DC9-9B5B-D271-E1C230F1E633}"/>
                    </a:ext>
                  </a:extLst>
                </p14:cNvPr>
                <p14:cNvContentPartPr/>
                <p14:nvPr/>
              </p14:nvContentPartPr>
              <p14:xfrm>
                <a:off x="9815120" y="5040275"/>
                <a:ext cx="360" cy="3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FABC64B7-1DC9-9B5B-D271-E1C230F1E63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752480" y="49776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9FB24362-5E42-77FA-3C0F-8189873B3CC3}"/>
                    </a:ext>
                  </a:extLst>
                </p14:cNvPr>
                <p14:cNvContentPartPr/>
                <p14:nvPr/>
              </p14:nvContentPartPr>
              <p14:xfrm>
                <a:off x="9827720" y="5326835"/>
                <a:ext cx="360" cy="3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9FB24362-5E42-77FA-3C0F-8189873B3CC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764720" y="5263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3961837-8710-AE32-D325-222A19878DA3}"/>
                    </a:ext>
                  </a:extLst>
                </p14:cNvPr>
                <p14:cNvContentPartPr/>
                <p14:nvPr/>
              </p14:nvContentPartPr>
              <p14:xfrm>
                <a:off x="9803600" y="5620235"/>
                <a:ext cx="360" cy="3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3961837-8710-AE32-D325-222A19878DA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740600" y="55572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1599C454-75FA-3B2F-36CA-302E90A099CD}"/>
                    </a:ext>
                  </a:extLst>
                </p14:cNvPr>
                <p14:cNvContentPartPr/>
                <p14:nvPr/>
              </p14:nvContentPartPr>
              <p14:xfrm>
                <a:off x="9773000" y="5912555"/>
                <a:ext cx="360" cy="3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1599C454-75FA-3B2F-36CA-302E90A099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710360" y="58499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1970D899-8F94-1F9F-DF1A-6203E8AEF9B0}"/>
                    </a:ext>
                  </a:extLst>
                </p14:cNvPr>
                <p14:cNvContentPartPr/>
                <p14:nvPr/>
              </p14:nvContentPartPr>
              <p14:xfrm>
                <a:off x="9742760" y="6199835"/>
                <a:ext cx="360" cy="3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1970D899-8F94-1F9F-DF1A-6203E8AEF9B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679760" y="6136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418A3DE9-76F5-636F-E8B3-18098B3A5ED8}"/>
                </a:ext>
              </a:extLst>
            </p:cNvPr>
            <p:cNvGrpSpPr/>
            <p:nvPr/>
          </p:nvGrpSpPr>
          <p:grpSpPr>
            <a:xfrm>
              <a:off x="9555560" y="6492515"/>
              <a:ext cx="278640" cy="360"/>
              <a:chOff x="8926910" y="6185740"/>
              <a:chExt cx="27864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52">
                <p14:nvContentPartPr>
                  <p14:cNvPr id="425" name="Ink 424">
                    <a:extLst>
                      <a:ext uri="{FF2B5EF4-FFF2-40B4-BE49-F238E27FC236}">
                        <a16:creationId xmlns:a16="http://schemas.microsoft.com/office/drawing/2014/main" id="{83B04FCA-1590-869F-761F-D230B51547E4}"/>
                      </a:ext>
                    </a:extLst>
                  </p14:cNvPr>
                  <p14:cNvContentPartPr/>
                  <p14:nvPr/>
                </p14:nvContentPartPr>
                <p14:xfrm>
                  <a:off x="9205190" y="6185740"/>
                  <a:ext cx="360" cy="360"/>
                </p14:xfrm>
              </p:contentPart>
            </mc:Choice>
            <mc:Fallback xmlns="">
              <p:pic>
                <p:nvPicPr>
                  <p:cNvPr id="425" name="Ink 424">
                    <a:extLst>
                      <a:ext uri="{FF2B5EF4-FFF2-40B4-BE49-F238E27FC236}">
                        <a16:creationId xmlns:a16="http://schemas.microsoft.com/office/drawing/2014/main" id="{83B04FCA-1590-869F-761F-D230B51547E4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9142550" y="61227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53">
                <p14:nvContentPartPr>
                  <p14:cNvPr id="426" name="Ink 425">
                    <a:extLst>
                      <a:ext uri="{FF2B5EF4-FFF2-40B4-BE49-F238E27FC236}">
                        <a16:creationId xmlns:a16="http://schemas.microsoft.com/office/drawing/2014/main" id="{53286CC6-2349-7997-3A0C-B469935FA176}"/>
                      </a:ext>
                    </a:extLst>
                  </p14:cNvPr>
                  <p14:cNvContentPartPr/>
                  <p14:nvPr/>
                </p14:nvContentPartPr>
                <p14:xfrm>
                  <a:off x="9084230" y="6185740"/>
                  <a:ext cx="17280" cy="360"/>
                </p14:xfrm>
              </p:contentPart>
            </mc:Choice>
            <mc:Fallback xmlns="">
              <p:pic>
                <p:nvPicPr>
                  <p:cNvPr id="426" name="Ink 425">
                    <a:extLst>
                      <a:ext uri="{FF2B5EF4-FFF2-40B4-BE49-F238E27FC236}">
                        <a16:creationId xmlns:a16="http://schemas.microsoft.com/office/drawing/2014/main" id="{53286CC6-2349-7997-3A0C-B469935FA176}"/>
                      </a:ext>
                    </a:extLst>
                  </p:cNvPr>
                  <p:cNvPicPr/>
                  <p:nvPr/>
                </p:nvPicPr>
                <p:blipFill>
                  <a:blip r:embed="rId254"/>
                  <a:stretch>
                    <a:fillRect/>
                  </a:stretch>
                </p:blipFill>
                <p:spPr>
                  <a:xfrm>
                    <a:off x="9002967" y="6122740"/>
                    <a:ext cx="180272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55">
                <p14:nvContentPartPr>
                  <p14:cNvPr id="427" name="Ink 426">
                    <a:extLst>
                      <a:ext uri="{FF2B5EF4-FFF2-40B4-BE49-F238E27FC236}">
                        <a16:creationId xmlns:a16="http://schemas.microsoft.com/office/drawing/2014/main" id="{0676B701-C520-D3A0-088D-15434C043761}"/>
                      </a:ext>
                    </a:extLst>
                  </p14:cNvPr>
                  <p14:cNvContentPartPr/>
                  <p14:nvPr/>
                </p14:nvContentPartPr>
                <p14:xfrm>
                  <a:off x="9047870" y="6185740"/>
                  <a:ext cx="46800" cy="360"/>
                </p14:xfrm>
              </p:contentPart>
            </mc:Choice>
            <mc:Fallback xmlns="">
              <p:pic>
                <p:nvPicPr>
                  <p:cNvPr id="427" name="Ink 426">
                    <a:extLst>
                      <a:ext uri="{FF2B5EF4-FFF2-40B4-BE49-F238E27FC236}">
                        <a16:creationId xmlns:a16="http://schemas.microsoft.com/office/drawing/2014/main" id="{0676B701-C520-D3A0-088D-15434C043761}"/>
                      </a:ext>
                    </a:extLst>
                  </p:cNvPr>
                  <p:cNvPicPr/>
                  <p:nvPr/>
                </p:nvPicPr>
                <p:blipFill>
                  <a:blip r:embed="rId256"/>
                  <a:stretch>
                    <a:fillRect/>
                  </a:stretch>
                </p:blipFill>
                <p:spPr>
                  <a:xfrm>
                    <a:off x="8964299" y="6122740"/>
                    <a:ext cx="213465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57">
                <p14:nvContentPartPr>
                  <p14:cNvPr id="428" name="Ink 427">
                    <a:extLst>
                      <a:ext uri="{FF2B5EF4-FFF2-40B4-BE49-F238E27FC236}">
                        <a16:creationId xmlns:a16="http://schemas.microsoft.com/office/drawing/2014/main" id="{D7416695-F6AE-F360-8C49-53A90D3B12F4}"/>
                      </a:ext>
                    </a:extLst>
                  </p14:cNvPr>
                  <p14:cNvContentPartPr/>
                  <p14:nvPr/>
                </p14:nvContentPartPr>
                <p14:xfrm>
                  <a:off x="9035990" y="6185740"/>
                  <a:ext cx="27360" cy="360"/>
                </p14:xfrm>
              </p:contentPart>
            </mc:Choice>
            <mc:Fallback xmlns="">
              <p:pic>
                <p:nvPicPr>
                  <p:cNvPr id="428" name="Ink 427">
                    <a:extLst>
                      <a:ext uri="{FF2B5EF4-FFF2-40B4-BE49-F238E27FC236}">
                        <a16:creationId xmlns:a16="http://schemas.microsoft.com/office/drawing/2014/main" id="{D7416695-F6AE-F360-8C49-53A90D3B12F4}"/>
                      </a:ext>
                    </a:extLst>
                  </p:cNvPr>
                  <p:cNvPicPr/>
                  <p:nvPr/>
                </p:nvPicPr>
                <p:blipFill>
                  <a:blip r:embed="rId258"/>
                  <a:stretch>
                    <a:fillRect/>
                  </a:stretch>
                </p:blipFill>
                <p:spPr>
                  <a:xfrm>
                    <a:off x="8951990" y="6122740"/>
                    <a:ext cx="19488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59">
                <p14:nvContentPartPr>
                  <p14:cNvPr id="429" name="Ink 428">
                    <a:extLst>
                      <a:ext uri="{FF2B5EF4-FFF2-40B4-BE49-F238E27FC236}">
                        <a16:creationId xmlns:a16="http://schemas.microsoft.com/office/drawing/2014/main" id="{E9B32D46-B8B5-73E8-B24B-2DA80EADBF11}"/>
                      </a:ext>
                    </a:extLst>
                  </p14:cNvPr>
                  <p14:cNvContentPartPr/>
                  <p14:nvPr/>
                </p14:nvContentPartPr>
                <p14:xfrm>
                  <a:off x="8969030" y="6185740"/>
                  <a:ext cx="360" cy="360"/>
                </p14:xfrm>
              </p:contentPart>
            </mc:Choice>
            <mc:Fallback xmlns="">
              <p:pic>
                <p:nvPicPr>
                  <p:cNvPr id="429" name="Ink 428">
                    <a:extLst>
                      <a:ext uri="{FF2B5EF4-FFF2-40B4-BE49-F238E27FC236}">
                        <a16:creationId xmlns:a16="http://schemas.microsoft.com/office/drawing/2014/main" id="{E9B32D46-B8B5-73E8-B24B-2DA80EADBF11}"/>
                      </a:ext>
                    </a:extLst>
                  </p:cNvPr>
                  <p:cNvPicPr/>
                  <p:nvPr/>
                </p:nvPicPr>
                <p:blipFill>
                  <a:blip r:embed="rId260"/>
                  <a:stretch>
                    <a:fillRect/>
                  </a:stretch>
                </p:blipFill>
                <p:spPr>
                  <a:xfrm>
                    <a:off x="8906030" y="61227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61">
                <p14:nvContentPartPr>
                  <p14:cNvPr id="430" name="Ink 429">
                    <a:extLst>
                      <a:ext uri="{FF2B5EF4-FFF2-40B4-BE49-F238E27FC236}">
                        <a16:creationId xmlns:a16="http://schemas.microsoft.com/office/drawing/2014/main" id="{999BEA04-5823-FB86-BE1E-9F2AFC211DB9}"/>
                      </a:ext>
                    </a:extLst>
                  </p14:cNvPr>
                  <p14:cNvContentPartPr/>
                  <p14:nvPr/>
                </p14:nvContentPartPr>
                <p14:xfrm>
                  <a:off x="9192950" y="6185740"/>
                  <a:ext cx="360" cy="360"/>
                </p14:xfrm>
              </p:contentPart>
            </mc:Choice>
            <mc:Fallback xmlns="">
              <p:pic>
                <p:nvPicPr>
                  <p:cNvPr id="430" name="Ink 429">
                    <a:extLst>
                      <a:ext uri="{FF2B5EF4-FFF2-40B4-BE49-F238E27FC236}">
                        <a16:creationId xmlns:a16="http://schemas.microsoft.com/office/drawing/2014/main" id="{999BEA04-5823-FB86-BE1E-9F2AFC211DB9}"/>
                      </a:ext>
                    </a:extLst>
                  </p:cNvPr>
                  <p:cNvPicPr/>
                  <p:nvPr/>
                </p:nvPicPr>
                <p:blipFill>
                  <a:blip r:embed="rId262"/>
                  <a:stretch>
                    <a:fillRect/>
                  </a:stretch>
                </p:blipFill>
                <p:spPr>
                  <a:xfrm>
                    <a:off x="9129950" y="61227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63">
                <p14:nvContentPartPr>
                  <p14:cNvPr id="431" name="Ink 430">
                    <a:extLst>
                      <a:ext uri="{FF2B5EF4-FFF2-40B4-BE49-F238E27FC236}">
                        <a16:creationId xmlns:a16="http://schemas.microsoft.com/office/drawing/2014/main" id="{5FAAB6BF-E270-1D4E-8ABC-5C0A248D0A52}"/>
                      </a:ext>
                    </a:extLst>
                  </p14:cNvPr>
                  <p14:cNvContentPartPr/>
                  <p14:nvPr/>
                </p14:nvContentPartPr>
                <p14:xfrm>
                  <a:off x="8926910" y="6185740"/>
                  <a:ext cx="360" cy="360"/>
                </p14:xfrm>
              </p:contentPart>
            </mc:Choice>
            <mc:Fallback xmlns="">
              <p:pic>
                <p:nvPicPr>
                  <p:cNvPr id="431" name="Ink 430">
                    <a:extLst>
                      <a:ext uri="{FF2B5EF4-FFF2-40B4-BE49-F238E27FC236}">
                        <a16:creationId xmlns:a16="http://schemas.microsoft.com/office/drawing/2014/main" id="{5FAAB6BF-E270-1D4E-8ABC-5C0A248D0A52}"/>
                      </a:ext>
                    </a:extLst>
                  </p:cNvPr>
                  <p:cNvPicPr/>
                  <p:nvPr/>
                </p:nvPicPr>
                <p:blipFill>
                  <a:blip r:embed="rId264"/>
                  <a:stretch>
                    <a:fillRect/>
                  </a:stretch>
                </p:blipFill>
                <p:spPr>
                  <a:xfrm>
                    <a:off x="8863910" y="61227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65">
                <p14:nvContentPartPr>
                  <p14:cNvPr id="432" name="Ink 431">
                    <a:extLst>
                      <a:ext uri="{FF2B5EF4-FFF2-40B4-BE49-F238E27FC236}">
                        <a16:creationId xmlns:a16="http://schemas.microsoft.com/office/drawing/2014/main" id="{B62EA05B-E999-746D-A754-4770658324C5}"/>
                      </a:ext>
                    </a:extLst>
                  </p14:cNvPr>
                  <p14:cNvContentPartPr/>
                  <p14:nvPr/>
                </p14:nvContentPartPr>
                <p14:xfrm>
                  <a:off x="9143990" y="6185740"/>
                  <a:ext cx="49320" cy="360"/>
                </p14:xfrm>
              </p:contentPart>
            </mc:Choice>
            <mc:Fallback xmlns="">
              <p:pic>
                <p:nvPicPr>
                  <p:cNvPr id="432" name="Ink 431">
                    <a:extLst>
                      <a:ext uri="{FF2B5EF4-FFF2-40B4-BE49-F238E27FC236}">
                        <a16:creationId xmlns:a16="http://schemas.microsoft.com/office/drawing/2014/main" id="{B62EA05B-E999-746D-A754-4770658324C5}"/>
                      </a:ext>
                    </a:extLst>
                  </p:cNvPr>
                  <p:cNvPicPr/>
                  <p:nvPr/>
                </p:nvPicPr>
                <p:blipFill>
                  <a:blip r:embed="rId266"/>
                  <a:stretch>
                    <a:fillRect/>
                  </a:stretch>
                </p:blipFill>
                <p:spPr>
                  <a:xfrm>
                    <a:off x="9061000" y="6122740"/>
                    <a:ext cx="214827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67">
                <p14:nvContentPartPr>
                  <p14:cNvPr id="433" name="Ink 432">
                    <a:extLst>
                      <a:ext uri="{FF2B5EF4-FFF2-40B4-BE49-F238E27FC236}">
                        <a16:creationId xmlns:a16="http://schemas.microsoft.com/office/drawing/2014/main" id="{D0BCAD2D-F6CA-FCE6-893D-0D3238BE7E75}"/>
                      </a:ext>
                    </a:extLst>
                  </p14:cNvPr>
                  <p14:cNvContentPartPr/>
                  <p14:nvPr/>
                </p14:nvContentPartPr>
                <p14:xfrm>
                  <a:off x="9121310" y="6185740"/>
                  <a:ext cx="17280" cy="360"/>
                </p14:xfrm>
              </p:contentPart>
            </mc:Choice>
            <mc:Fallback xmlns="">
              <p:pic>
                <p:nvPicPr>
                  <p:cNvPr id="433" name="Ink 432">
                    <a:extLst>
                      <a:ext uri="{FF2B5EF4-FFF2-40B4-BE49-F238E27FC236}">
                        <a16:creationId xmlns:a16="http://schemas.microsoft.com/office/drawing/2014/main" id="{D0BCAD2D-F6CA-FCE6-893D-0D3238BE7E75}"/>
                      </a:ext>
                    </a:extLst>
                  </p:cNvPr>
                  <p:cNvPicPr/>
                  <p:nvPr/>
                </p:nvPicPr>
                <p:blipFill>
                  <a:blip r:embed="rId268"/>
                  <a:stretch>
                    <a:fillRect/>
                  </a:stretch>
                </p:blipFill>
                <p:spPr>
                  <a:xfrm>
                    <a:off x="9039580" y="6122740"/>
                    <a:ext cx="180272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C714EB30-E4FA-F1AF-D2FF-EAEB706C1E35}"/>
                    </a:ext>
                  </a:extLst>
                </p14:cNvPr>
                <p14:cNvContentPartPr/>
                <p14:nvPr/>
              </p14:nvContentPartPr>
              <p14:xfrm>
                <a:off x="10480760" y="4746875"/>
                <a:ext cx="360" cy="3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C714EB30-E4FA-F1AF-D2FF-EAEB706C1E3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418120" y="46842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1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307A1AEB-1918-715D-3A8F-A6A2850E1C34}"/>
                    </a:ext>
                  </a:extLst>
                </p14:cNvPr>
                <p14:cNvContentPartPr/>
                <p14:nvPr/>
              </p14:nvContentPartPr>
              <p14:xfrm>
                <a:off x="10444400" y="5040275"/>
                <a:ext cx="360" cy="3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307A1AEB-1918-715D-3A8F-A6A2850E1C3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381400" y="49776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3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0B4EF098-27A3-743F-4405-C27D32A7A149}"/>
                    </a:ext>
                  </a:extLst>
                </p14:cNvPr>
                <p14:cNvContentPartPr/>
                <p14:nvPr/>
              </p14:nvContentPartPr>
              <p14:xfrm>
                <a:off x="10498760" y="5326835"/>
                <a:ext cx="360" cy="3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0B4EF098-27A3-743F-4405-C27D32A7A1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36120" y="5263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4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BB0ECC1A-4D19-92CA-484F-F8BF565D311E}"/>
                    </a:ext>
                  </a:extLst>
                </p14:cNvPr>
                <p14:cNvContentPartPr/>
                <p14:nvPr/>
              </p14:nvContentPartPr>
              <p14:xfrm>
                <a:off x="10516760" y="5620235"/>
                <a:ext cx="360" cy="3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BB0ECC1A-4D19-92CA-484F-F8BF565D311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53760" y="55572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6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8B7CB6A-E914-8D62-0E7C-DC8F712284A7}"/>
                    </a:ext>
                  </a:extLst>
                </p14:cNvPr>
                <p14:cNvContentPartPr/>
                <p14:nvPr/>
              </p14:nvContentPartPr>
              <p14:xfrm>
                <a:off x="10462040" y="5912555"/>
                <a:ext cx="360" cy="3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8B7CB6A-E914-8D62-0E7C-DC8F712284A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399400" y="58499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A17C57E-3242-B65F-F5C5-B7802F558DEC}"/>
                    </a:ext>
                  </a:extLst>
                </p14:cNvPr>
                <p14:cNvContentPartPr/>
                <p14:nvPr/>
              </p14:nvContentPartPr>
              <p14:xfrm>
                <a:off x="10413800" y="6199835"/>
                <a:ext cx="360" cy="3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A17C57E-3242-B65F-F5C5-B7802F558DE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350800" y="6136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0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06B6728-386A-C056-CA43-6BF9C42203B0}"/>
                    </a:ext>
                  </a:extLst>
                </p14:cNvPr>
                <p14:cNvContentPartPr/>
                <p14:nvPr/>
              </p14:nvContentPartPr>
              <p14:xfrm>
                <a:off x="10309040" y="6492515"/>
                <a:ext cx="223920" cy="3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06B6728-386A-C056-CA43-6BF9C42203B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25488" y="6429515"/>
                  <a:ext cx="390547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33EDD3AD-5298-D82F-0285-2958E66E5BC6}"/>
                    </a:ext>
                  </a:extLst>
                </p14:cNvPr>
                <p14:cNvContentPartPr/>
                <p14:nvPr/>
              </p14:nvContentPartPr>
              <p14:xfrm>
                <a:off x="11145680" y="4746875"/>
                <a:ext cx="360" cy="36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33EDD3AD-5298-D82F-0285-2958E66E5BC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082680" y="46842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6FCF7A5-2E19-6598-7D64-4AD1B41D41B1}"/>
                    </a:ext>
                  </a:extLst>
                </p14:cNvPr>
                <p14:cNvContentPartPr/>
                <p14:nvPr/>
              </p14:nvContentPartPr>
              <p14:xfrm>
                <a:off x="11108960" y="5040275"/>
                <a:ext cx="360" cy="3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6FCF7A5-2E19-6598-7D64-4AD1B41D41B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46320" y="49776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F4572AC0-5F11-9EA6-7B6D-9ECA95E5B6B8}"/>
                    </a:ext>
                  </a:extLst>
                </p14:cNvPr>
                <p14:cNvContentPartPr/>
                <p14:nvPr/>
              </p14:nvContentPartPr>
              <p14:xfrm>
                <a:off x="11090960" y="5326835"/>
                <a:ext cx="360" cy="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F4572AC0-5F11-9EA6-7B6D-9ECA95E5B6B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28320" y="5263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7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5976901-BD5A-9AA1-2883-0F4640BA3229}"/>
                    </a:ext>
                  </a:extLst>
                </p14:cNvPr>
                <p14:cNvContentPartPr/>
                <p14:nvPr/>
              </p14:nvContentPartPr>
              <p14:xfrm>
                <a:off x="11066840" y="5620235"/>
                <a:ext cx="360" cy="36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5976901-BD5A-9AA1-2883-0F4640BA32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04200" y="55572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CB068D8C-5D91-A37D-F79C-440D7A463F27}"/>
                    </a:ext>
                  </a:extLst>
                </p14:cNvPr>
                <p14:cNvContentPartPr/>
                <p14:nvPr/>
              </p14:nvContentPartPr>
              <p14:xfrm>
                <a:off x="11103560" y="5912555"/>
                <a:ext cx="360" cy="36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CB068D8C-5D91-A37D-F79C-440D7A463F2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040560" y="58499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F5366D0-1DEB-A3B6-CDDE-3489EB1ACA7E}"/>
                    </a:ext>
                  </a:extLst>
                </p14:cNvPr>
                <p14:cNvContentPartPr/>
                <p14:nvPr/>
              </p14:nvContentPartPr>
              <p14:xfrm>
                <a:off x="11121560" y="6199835"/>
                <a:ext cx="360" cy="36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F5366D0-1DEB-A3B6-CDDE-3489EB1ACA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058560" y="6136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72574E11-2405-FEDD-4ADA-9E5B1427C409}"/>
                </a:ext>
              </a:extLst>
            </p:cNvPr>
            <p:cNvGrpSpPr/>
            <p:nvPr/>
          </p:nvGrpSpPr>
          <p:grpSpPr>
            <a:xfrm>
              <a:off x="10954160" y="6492515"/>
              <a:ext cx="255240" cy="360"/>
              <a:chOff x="10325510" y="6185740"/>
              <a:chExt cx="255240" cy="36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92">
                <p14:nvContentPartPr>
                  <p14:cNvPr id="448" name="Ink 447">
                    <a:extLst>
                      <a:ext uri="{FF2B5EF4-FFF2-40B4-BE49-F238E27FC236}">
                        <a16:creationId xmlns:a16="http://schemas.microsoft.com/office/drawing/2014/main" id="{391F0D64-CEFC-F499-AE82-232704428F16}"/>
                      </a:ext>
                    </a:extLst>
                  </p14:cNvPr>
                  <p14:cNvContentPartPr/>
                  <p14:nvPr/>
                </p14:nvContentPartPr>
                <p14:xfrm>
                  <a:off x="10420190" y="6185740"/>
                  <a:ext cx="30960" cy="360"/>
                </p14:xfrm>
              </p:contentPart>
            </mc:Choice>
            <mc:Fallback xmlns="">
              <p:pic>
                <p:nvPicPr>
                  <p:cNvPr id="448" name="Ink 447">
                    <a:extLst>
                      <a:ext uri="{FF2B5EF4-FFF2-40B4-BE49-F238E27FC236}">
                        <a16:creationId xmlns:a16="http://schemas.microsoft.com/office/drawing/2014/main" id="{391F0D64-CEFC-F499-AE82-232704428F16}"/>
                      </a:ext>
                    </a:extLst>
                  </p:cNvPr>
                  <p:cNvPicPr/>
                  <p:nvPr/>
                </p:nvPicPr>
                <p:blipFill>
                  <a:blip r:embed="rId293"/>
                  <a:stretch>
                    <a:fillRect/>
                  </a:stretch>
                </p:blipFill>
                <p:spPr>
                  <a:xfrm>
                    <a:off x="10337312" y="6122740"/>
                    <a:ext cx="197191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294">
                <p14:nvContentPartPr>
                  <p14:cNvPr id="449" name="Ink 448">
                    <a:extLst>
                      <a:ext uri="{FF2B5EF4-FFF2-40B4-BE49-F238E27FC236}">
                        <a16:creationId xmlns:a16="http://schemas.microsoft.com/office/drawing/2014/main" id="{78361FAF-087C-8B0B-74C4-2DF0167FDBEF}"/>
                      </a:ext>
                    </a:extLst>
                  </p14:cNvPr>
                  <p14:cNvContentPartPr/>
                  <p14:nvPr/>
                </p14:nvContentPartPr>
                <p14:xfrm>
                  <a:off x="10325510" y="6185740"/>
                  <a:ext cx="255240" cy="360"/>
                </p14:xfrm>
              </p:contentPart>
            </mc:Choice>
            <mc:Fallback xmlns="">
              <p:pic>
                <p:nvPicPr>
                  <p:cNvPr id="449" name="Ink 448">
                    <a:extLst>
                      <a:ext uri="{FF2B5EF4-FFF2-40B4-BE49-F238E27FC236}">
                        <a16:creationId xmlns:a16="http://schemas.microsoft.com/office/drawing/2014/main" id="{78361FAF-087C-8B0B-74C4-2DF0167FDBEF}"/>
                      </a:ext>
                    </a:extLst>
                  </p:cNvPr>
                  <p:cNvPicPr/>
                  <p:nvPr/>
                </p:nvPicPr>
                <p:blipFill>
                  <a:blip r:embed="rId295"/>
                  <a:stretch>
                    <a:fillRect/>
                  </a:stretch>
                </p:blipFill>
                <p:spPr>
                  <a:xfrm>
                    <a:off x="10241864" y="6122740"/>
                    <a:ext cx="422054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1393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266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Project Malicious Code and Its Solution Implementation</vt:lpstr>
      <vt:lpstr>Project’s Description</vt:lpstr>
      <vt:lpstr>Project’s Rule</vt:lpstr>
      <vt:lpstr>Drawing Attention</vt:lpstr>
      <vt:lpstr>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Pich reatrey</dc:creator>
  <cp:lastModifiedBy>Pich reatrey</cp:lastModifiedBy>
  <cp:revision>4</cp:revision>
  <dcterms:created xsi:type="dcterms:W3CDTF">2025-06-19T05:15:50Z</dcterms:created>
  <dcterms:modified xsi:type="dcterms:W3CDTF">2025-11-07T05:11:09Z</dcterms:modified>
</cp:coreProperties>
</file>